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69" r:id="rId6"/>
    <p:sldId id="270" r:id="rId7"/>
    <p:sldId id="274" r:id="rId8"/>
    <p:sldId id="271" r:id="rId9"/>
    <p:sldId id="272" r:id="rId10"/>
    <p:sldId id="275" r:id="rId11"/>
    <p:sldId id="276" r:id="rId12"/>
    <p:sldId id="277" r:id="rId13"/>
    <p:sldId id="273" r:id="rId14"/>
    <p:sldId id="280" r:id="rId15"/>
    <p:sldId id="278" r:id="rId16"/>
    <p:sldId id="281" r:id="rId17"/>
    <p:sldId id="279" r:id="rId18"/>
    <p:sldId id="26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E393"/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9/23/2025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4526" y="287471"/>
            <a:ext cx="11271379" cy="1243584"/>
          </a:xfrm>
        </p:spPr>
        <p:txBody>
          <a:bodyPr/>
          <a:lstStyle/>
          <a:p>
            <a:r>
              <a:rPr lang="en-US" sz="6000" dirty="0">
                <a:solidFill>
                  <a:schemeClr val="bg1">
                    <a:lumMod val="95000"/>
                  </a:schemeClr>
                </a:solidFill>
              </a:rPr>
              <a:t> Welcome to the our project 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8963" y="1659543"/>
            <a:ext cx="9386596" cy="4910986"/>
          </a:xfrm>
        </p:spPr>
        <p:txBody>
          <a:bodyPr/>
          <a:lstStyle/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b="1" dirty="0"/>
              <a:t>   Topic : Build a responsive Expense Tracker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b="1" dirty="0"/>
              <a:t>   Team members:</a:t>
            </a:r>
          </a:p>
          <a:p>
            <a:pPr marL="0" indent="0" algn="ctr">
              <a:buNone/>
            </a:pPr>
            <a:r>
              <a:rPr lang="en-US" b="1" dirty="0"/>
              <a:t> Khan Mohammed Kaif, Ansari Mohammed Ayaan  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9FB080D-4CCD-5CA3-EB88-AEDAC1396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5860" y="1339581"/>
            <a:ext cx="10431625" cy="4352091"/>
          </a:xfrm>
        </p:spPr>
        <p:txBody>
          <a:bodyPr>
            <a:normAutofit/>
          </a:bodyPr>
          <a:lstStyle/>
          <a:p>
            <a:pPr algn="ctr"/>
            <a:endParaRPr lang="en-IN" sz="1800" b="1" dirty="0"/>
          </a:p>
          <a:p>
            <a:pPr algn="ctr"/>
            <a:endParaRPr lang="en-IN" sz="1800" b="1" dirty="0"/>
          </a:p>
          <a:p>
            <a:pPr algn="ctr"/>
            <a:endParaRPr lang="en-IN" sz="1800" b="1" dirty="0"/>
          </a:p>
          <a:p>
            <a:pPr algn="ctr"/>
            <a:r>
              <a:rPr lang="en-IN" sz="1800" b="1" dirty="0"/>
              <a:t>Team members: Khan Mohammed Kaif, Ansari Ayaan</a:t>
            </a:r>
          </a:p>
          <a:p>
            <a:pPr algn="ctr"/>
            <a:r>
              <a:rPr lang="en-IN" sz="1800" b="1" dirty="0"/>
              <a:t>Course / Subject name: ITR(315002)</a:t>
            </a:r>
          </a:p>
          <a:p>
            <a:pPr algn="ctr"/>
            <a:r>
              <a:rPr lang="en-IN" sz="1800" b="1" dirty="0"/>
              <a:t>College name: M.H. Saboo </a:t>
            </a:r>
            <a:r>
              <a:rPr lang="en-IN" sz="1800" b="1" dirty="0" err="1"/>
              <a:t>Siddik</a:t>
            </a:r>
            <a:r>
              <a:rPr lang="en-IN" sz="1800" b="1" dirty="0"/>
              <a:t> Polytechnic</a:t>
            </a:r>
          </a:p>
          <a:p>
            <a:pPr algn="ctr"/>
            <a:r>
              <a:rPr lang="en-IN" sz="1800" b="1" dirty="0"/>
              <a:t>Date: 23-09-2025 </a:t>
            </a:r>
          </a:p>
          <a:p>
            <a:pPr algn="ctr"/>
            <a:endParaRPr lang="en-IN" sz="1800" b="1" dirty="0"/>
          </a:p>
          <a:p>
            <a:pPr algn="ctr"/>
            <a:endParaRPr lang="en-IN" sz="1800" b="1" dirty="0"/>
          </a:p>
          <a:p>
            <a:pPr algn="ctr"/>
            <a:r>
              <a:rPr lang="en-IN" sz="1800" b="1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92371E-1F79-0B68-BF50-847905587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39FA215-8283-77AD-9D8D-8AC932FC7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5228" y="480526"/>
            <a:ext cx="7781544" cy="859055"/>
          </a:xfrm>
        </p:spPr>
        <p:txBody>
          <a:bodyPr>
            <a:noAutofit/>
          </a:bodyPr>
          <a:lstStyle/>
          <a:p>
            <a:pPr algn="ctr"/>
            <a:r>
              <a:rPr lang="en-IN" sz="6000" dirty="0"/>
              <a:t>Expense Tracker</a:t>
            </a:r>
          </a:p>
        </p:txBody>
      </p:sp>
      <p:pic>
        <p:nvPicPr>
          <p:cNvPr id="6" name="Picture 5" descr="A building with many motorcycles parked in front of it&#10;&#10;AI-generated content may be incorrect.">
            <a:extLst>
              <a:ext uri="{FF2B5EF4-FFF2-40B4-BE49-F238E27FC236}">
                <a16:creationId xmlns:a16="http://schemas.microsoft.com/office/drawing/2014/main" id="{8720E688-7966-0604-8A4E-55FEB5CE1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3547" y="337653"/>
            <a:ext cx="2047875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3457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FB44F54-A0B7-E057-8778-7CCA7F336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3875" y="1438275"/>
            <a:ext cx="8334375" cy="4876799"/>
          </a:xfrm>
        </p:spPr>
        <p:txBody>
          <a:bodyPr/>
          <a:lstStyle/>
          <a:p>
            <a:r>
              <a:rPr lang="en-IN" b="1" dirty="0"/>
              <a:t>Q. What is Expense Tracker?</a:t>
            </a:r>
          </a:p>
          <a:p>
            <a:r>
              <a:rPr lang="en-IN" b="1" dirty="0"/>
              <a:t>Ans: An Expense Tracker is a digital tool that helps users record, categorize, and </a:t>
            </a:r>
            <a:r>
              <a:rPr lang="en-IN" b="1" dirty="0" err="1"/>
              <a:t>analyze</a:t>
            </a:r>
            <a:r>
              <a:rPr lang="en-IN" b="1" dirty="0"/>
              <a:t> their daily, weekly, and monthly expenses.</a:t>
            </a:r>
          </a:p>
          <a:p>
            <a:r>
              <a:rPr lang="en-IN" b="1" dirty="0"/>
              <a:t>Q. Why Is it important?</a:t>
            </a:r>
          </a:p>
          <a:p>
            <a:r>
              <a:rPr lang="en-IN" b="1" dirty="0"/>
              <a:t>Ans: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Many people struggle to track where their money goes.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Manual tracking is time-consuming and error-prone.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Lack of expense analysis leads to overspending and poor savings habits.</a:t>
            </a:r>
          </a:p>
          <a:p>
            <a:r>
              <a:rPr lang="en-IN" b="1" dirty="0"/>
              <a:t>Our project goal:</a:t>
            </a:r>
          </a:p>
          <a:p>
            <a:r>
              <a:rPr lang="en-IN" b="1" dirty="0"/>
              <a:t>To create a simple, user-friendly expense tracking solution that helps users manage finances, stay within budget, and make better financial decisions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4FA99D-D9A7-7129-3783-E086F3B6B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3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14E7817-ADD9-6A33-2FF6-953BC140A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476250"/>
            <a:ext cx="9242298" cy="859055"/>
          </a:xfrm>
        </p:spPr>
        <p:txBody>
          <a:bodyPr>
            <a:normAutofit/>
          </a:bodyPr>
          <a:lstStyle/>
          <a:p>
            <a:r>
              <a:rPr lang="en-IN" sz="4800" dirty="0"/>
              <a:t>1. Introduction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142577434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8841BCF-7A76-8DE6-A1AB-C3A6B99336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1554480"/>
            <a:ext cx="8416925" cy="4693920"/>
          </a:xfrm>
        </p:spPr>
        <p:txBody>
          <a:bodyPr/>
          <a:lstStyle/>
          <a:p>
            <a:endParaRPr lang="en-IN" b="1" dirty="0"/>
          </a:p>
          <a:p>
            <a:r>
              <a:rPr lang="en-IN" b="1" dirty="0"/>
              <a:t>Our project Aims to: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Secure login and register: </a:t>
            </a:r>
            <a:r>
              <a:rPr lang="en-IN" dirty="0"/>
              <a:t>You can register and Login securely communicated.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Simplify expense tracking: </a:t>
            </a:r>
            <a:r>
              <a:rPr lang="en-IN" dirty="0"/>
              <a:t>Allow users to quickly record daily expenses.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Generate Insights: Show visual charts for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Ensure Data Safety:  </a:t>
            </a:r>
            <a:r>
              <a:rPr lang="en-IN" dirty="0"/>
              <a:t>Store expense data securely and reliable.</a:t>
            </a:r>
          </a:p>
          <a:p>
            <a:endParaRPr lang="en-IN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34A00D-DF4A-83DA-1B38-003D70644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DC3EE12-19CE-9361-FF6F-46B03BC5C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23850"/>
            <a:ext cx="7896098" cy="859055"/>
          </a:xfrm>
        </p:spPr>
        <p:txBody>
          <a:bodyPr>
            <a:normAutofit/>
          </a:bodyPr>
          <a:lstStyle/>
          <a:p>
            <a:r>
              <a:rPr lang="en-IN" sz="4400" dirty="0"/>
              <a:t>2. Objectives of our project</a:t>
            </a:r>
          </a:p>
        </p:txBody>
      </p:sp>
    </p:spTree>
    <p:extLst>
      <p:ext uri="{BB962C8B-B14F-4D97-AF65-F5344CB8AC3E}">
        <p14:creationId xmlns:p14="http://schemas.microsoft.com/office/powerpoint/2010/main" val="3989860317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E4128D8-363D-CA8C-9D61-CF550F1835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1459229"/>
            <a:ext cx="8074025" cy="5027295"/>
          </a:xfrm>
        </p:spPr>
        <p:txBody>
          <a:bodyPr/>
          <a:lstStyle/>
          <a:p>
            <a:endParaRPr lang="en-IN" b="1" dirty="0"/>
          </a:p>
          <a:p>
            <a:r>
              <a:rPr lang="en-IN" b="1" dirty="0"/>
              <a:t>Common Issues people face in Managing expenses: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Manual Tracking: </a:t>
            </a:r>
            <a:r>
              <a:rPr lang="en-IN" dirty="0"/>
              <a:t>Writing expenses in notebooks or spreadsheets is time-consuming and prone to errors.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Lack of Categorization: </a:t>
            </a:r>
            <a:r>
              <a:rPr lang="en-IN" dirty="0"/>
              <a:t>Difficult to know how much is spent on food, travel, bills,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Data loss: </a:t>
            </a:r>
            <a:r>
              <a:rPr lang="en-IN" dirty="0"/>
              <a:t>Paper records can get lost, and spreadsheets may not be backed 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No reminders: </a:t>
            </a:r>
            <a:r>
              <a:rPr lang="en-IN" dirty="0"/>
              <a:t>People forget to track expenses regularly, leading to incomplete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No Spending Insights: </a:t>
            </a:r>
            <a:r>
              <a:rPr lang="en-IN" dirty="0"/>
              <a:t>Users can’t </a:t>
            </a:r>
            <a:r>
              <a:rPr lang="en-IN" dirty="0" err="1"/>
              <a:t>analyze</a:t>
            </a:r>
            <a:r>
              <a:rPr lang="en-IN" dirty="0"/>
              <a:t> </a:t>
            </a:r>
            <a:r>
              <a:rPr lang="en-IN" dirty="0" err="1"/>
              <a:t>monthl</a:t>
            </a:r>
            <a:r>
              <a:rPr lang="en-IN" dirty="0"/>
              <a:t>/weekly trends to control overspending. </a:t>
            </a:r>
            <a:endParaRPr lang="en-IN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BC354F-3052-8D29-C024-FD86097A9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A58B37B-F853-0AF9-702C-5AF21D3AE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1475"/>
            <a:ext cx="10420350" cy="859055"/>
          </a:xfrm>
        </p:spPr>
        <p:txBody>
          <a:bodyPr>
            <a:normAutofit/>
          </a:bodyPr>
          <a:lstStyle/>
          <a:p>
            <a:r>
              <a:rPr lang="en-IN" sz="4400" dirty="0"/>
              <a:t>2. Existing Problem</a:t>
            </a:r>
          </a:p>
        </p:txBody>
      </p:sp>
    </p:spTree>
    <p:extLst>
      <p:ext uri="{BB962C8B-B14F-4D97-AF65-F5344CB8AC3E}">
        <p14:creationId xmlns:p14="http://schemas.microsoft.com/office/powerpoint/2010/main" val="1941036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C6DDAD2-B6B5-8B27-B54E-D2C8EFCEE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1659255"/>
            <a:ext cx="8131175" cy="4693920"/>
          </a:xfrm>
        </p:spPr>
        <p:txBody>
          <a:bodyPr/>
          <a:lstStyle/>
          <a:p>
            <a:r>
              <a:rPr lang="en-IN" b="1" dirty="0"/>
              <a:t>Our Expense Tracker Provides: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Easy register and login : </a:t>
            </a:r>
            <a:r>
              <a:rPr lang="en-IN" dirty="0"/>
              <a:t>You can register and login in a  secure way.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Easy expense entry: </a:t>
            </a:r>
            <a:r>
              <a:rPr lang="en-IN" dirty="0"/>
              <a:t>Quick add, edit, and delete options for daily spending.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Automated reports: </a:t>
            </a:r>
            <a:r>
              <a:rPr lang="en-IN" dirty="0"/>
              <a:t>Every income or expense can give pie charts for better understanding.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Data backup: </a:t>
            </a:r>
            <a:r>
              <a:rPr lang="en-IN" dirty="0"/>
              <a:t>Secure storage to avoid data loss.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User-friendly interface: </a:t>
            </a:r>
            <a:r>
              <a:rPr lang="en-IN" dirty="0"/>
              <a:t>Simple design for fast navigation and smooth experience.</a:t>
            </a:r>
            <a:endParaRPr lang="en-IN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A17B6D-8BCE-7EB9-77A1-DF7061EC4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E7149E8-8669-954B-4C92-A75D7A77E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04825"/>
            <a:ext cx="7781544" cy="859055"/>
          </a:xfrm>
        </p:spPr>
        <p:txBody>
          <a:bodyPr>
            <a:normAutofit/>
          </a:bodyPr>
          <a:lstStyle/>
          <a:p>
            <a:r>
              <a:rPr lang="en-IN" sz="4400" dirty="0"/>
              <a:t>3. Proposed Solution </a:t>
            </a:r>
          </a:p>
        </p:txBody>
      </p:sp>
    </p:spTree>
    <p:extLst>
      <p:ext uri="{BB962C8B-B14F-4D97-AF65-F5344CB8AC3E}">
        <p14:creationId xmlns:p14="http://schemas.microsoft.com/office/powerpoint/2010/main" val="12885294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549AE8-73A3-2F18-F599-15831C82A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516379"/>
            <a:ext cx="8255000" cy="4893945"/>
          </a:xfrm>
        </p:spPr>
        <p:txBody>
          <a:bodyPr/>
          <a:lstStyle/>
          <a:p>
            <a:r>
              <a:rPr lang="en-IN" sz="2000" b="1" dirty="0"/>
              <a:t>Step by Step Workflow:</a:t>
            </a:r>
          </a:p>
          <a:p>
            <a:pPr marL="457200" indent="-457200">
              <a:buAutoNum type="arabicPeriod"/>
            </a:pPr>
            <a:r>
              <a:rPr lang="en-IN" sz="2000" b="1" dirty="0"/>
              <a:t>User login / signup: </a:t>
            </a:r>
            <a:r>
              <a:rPr lang="en-IN" sz="2000" dirty="0"/>
              <a:t>Securely login to access personal expense data.</a:t>
            </a:r>
          </a:p>
          <a:p>
            <a:pPr marL="457200" indent="-457200">
              <a:buAutoNum type="arabicPeriod"/>
            </a:pPr>
            <a:r>
              <a:rPr lang="en-IN" sz="2000" b="1" dirty="0"/>
              <a:t>Add expense: </a:t>
            </a:r>
            <a:r>
              <a:rPr lang="en-IN" sz="2000" dirty="0"/>
              <a:t>Enter amount, category, date and description.</a:t>
            </a:r>
          </a:p>
          <a:p>
            <a:pPr marL="457200" indent="-457200">
              <a:buAutoNum type="arabicPeriod"/>
            </a:pPr>
            <a:r>
              <a:rPr lang="en-IN" sz="2000" b="1" dirty="0"/>
              <a:t>Store data: </a:t>
            </a:r>
            <a:r>
              <a:rPr lang="en-IN" sz="2000" dirty="0"/>
              <a:t>Data saved in database securely.</a:t>
            </a:r>
          </a:p>
          <a:p>
            <a:pPr marL="457200" indent="-457200">
              <a:buAutoNum type="arabicPeriod"/>
            </a:pPr>
            <a:r>
              <a:rPr lang="en-IN" sz="2000" b="1" dirty="0"/>
              <a:t>Process &amp; categorize: </a:t>
            </a:r>
            <a:r>
              <a:rPr lang="en-IN" sz="2000" dirty="0"/>
              <a:t>App automatically organizes expenses by category.</a:t>
            </a:r>
          </a:p>
          <a:p>
            <a:pPr marL="457200" indent="-457200">
              <a:buAutoNum type="arabicPeriod"/>
            </a:pPr>
            <a:r>
              <a:rPr lang="en-IN" sz="2000" b="1" dirty="0"/>
              <a:t>Generate reports: </a:t>
            </a:r>
            <a:r>
              <a:rPr lang="en-IN" sz="2000" dirty="0"/>
              <a:t>Summary with charts.</a:t>
            </a:r>
          </a:p>
          <a:p>
            <a:pPr marL="457200" indent="-457200">
              <a:buAutoNum type="arabicPeriod"/>
            </a:pPr>
            <a:r>
              <a:rPr lang="en-IN" sz="2000" b="1" dirty="0"/>
              <a:t>View &amp; </a:t>
            </a:r>
            <a:r>
              <a:rPr lang="en-IN" sz="2000" b="1" dirty="0" err="1"/>
              <a:t>analyze</a:t>
            </a:r>
            <a:r>
              <a:rPr lang="en-IN" sz="2000" b="1" dirty="0"/>
              <a:t>: </a:t>
            </a:r>
            <a:r>
              <a:rPr lang="en-IN" sz="2000" dirty="0"/>
              <a:t>User can check spending trends and control </a:t>
            </a:r>
            <a:r>
              <a:rPr lang="en-IN" sz="2000" dirty="0" err="1"/>
              <a:t>ecpenses</a:t>
            </a:r>
            <a:r>
              <a:rPr lang="en-IN" sz="2000" dirty="0"/>
              <a:t>.</a:t>
            </a:r>
            <a:endParaRPr lang="en-IN" sz="20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ED2664-80B2-EA63-1ECB-371E9BE4E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02FA17F-FCA9-A084-9312-D177756CC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47675"/>
            <a:ext cx="7781544" cy="859055"/>
          </a:xfrm>
        </p:spPr>
        <p:txBody>
          <a:bodyPr>
            <a:normAutofit/>
          </a:bodyPr>
          <a:lstStyle/>
          <a:p>
            <a:r>
              <a:rPr lang="en-IN" sz="4400" dirty="0"/>
              <a:t>4. Process flow </a:t>
            </a:r>
          </a:p>
        </p:txBody>
      </p:sp>
    </p:spTree>
    <p:extLst>
      <p:ext uri="{BB962C8B-B14F-4D97-AF65-F5344CB8AC3E}">
        <p14:creationId xmlns:p14="http://schemas.microsoft.com/office/powerpoint/2010/main" val="2956958890"/>
      </p:ext>
    </p:extLst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1FD1CF4-B00D-44D8-118A-B59805C08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7100" y="1564004"/>
            <a:ext cx="8235950" cy="481774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Add/Edit/Delete expenses: </a:t>
            </a:r>
            <a:r>
              <a:rPr lang="en-IN" sz="2000" dirty="0"/>
              <a:t>Manage spending records easily.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Expense categorization: </a:t>
            </a:r>
            <a:r>
              <a:rPr lang="en-IN" sz="2000" dirty="0"/>
              <a:t>Food, travel, bills, shopping,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Visual charts: </a:t>
            </a:r>
            <a:r>
              <a:rPr lang="en-IN" sz="2000" dirty="0"/>
              <a:t>Pir charts for their income and expenses.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User-friendly Interface: </a:t>
            </a:r>
            <a:r>
              <a:rPr lang="en-IN" sz="2000" dirty="0"/>
              <a:t>Simple and clean design for all users.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Responsive Design: </a:t>
            </a:r>
            <a:r>
              <a:rPr lang="en-IN" sz="2000" dirty="0"/>
              <a:t>Works on mobile and desktop devices.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Secure data storage: </a:t>
            </a:r>
            <a:r>
              <a:rPr lang="en-IN" sz="2000" dirty="0"/>
              <a:t>Keep data safe and backed up.</a:t>
            </a:r>
            <a:r>
              <a:rPr lang="en-IN" sz="2000" b="1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AD6A9A-8495-D9B2-33F9-76EED2B15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3900495-1A64-5A0D-558B-214768160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00050"/>
            <a:ext cx="7781544" cy="859055"/>
          </a:xfrm>
        </p:spPr>
        <p:txBody>
          <a:bodyPr>
            <a:normAutofit/>
          </a:bodyPr>
          <a:lstStyle/>
          <a:p>
            <a:r>
              <a:rPr lang="en-IN" sz="4400" dirty="0"/>
              <a:t>5. Features</a:t>
            </a:r>
          </a:p>
        </p:txBody>
      </p:sp>
    </p:spTree>
    <p:extLst>
      <p:ext uri="{BB962C8B-B14F-4D97-AF65-F5344CB8AC3E}">
        <p14:creationId xmlns:p14="http://schemas.microsoft.com/office/powerpoint/2010/main" val="27575713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4CD3E3D-3CA3-92C4-8ADA-38D470E7F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8050" y="1535429"/>
            <a:ext cx="8655050" cy="4779645"/>
          </a:xfrm>
        </p:spPr>
        <p:txBody>
          <a:bodyPr>
            <a:normAutofit/>
          </a:bodyPr>
          <a:lstStyle/>
          <a:p>
            <a:r>
              <a:rPr lang="en-IN" sz="2000" b="1" dirty="0"/>
              <a:t>Technology used:</a:t>
            </a:r>
          </a:p>
          <a:p>
            <a:pPr marL="457200" indent="-457200">
              <a:buAutoNum type="arabicPeriod"/>
            </a:pPr>
            <a:r>
              <a:rPr lang="en-IN" sz="2000" b="1" dirty="0"/>
              <a:t>Frontend: </a:t>
            </a:r>
            <a:r>
              <a:rPr lang="en-IN" sz="2000" dirty="0"/>
              <a:t>HTML, CSS, JavaScript.</a:t>
            </a:r>
          </a:p>
          <a:p>
            <a:pPr marL="457200" indent="-457200">
              <a:buAutoNum type="arabicPeriod"/>
            </a:pPr>
            <a:r>
              <a:rPr lang="en-IN" sz="2000" b="1" dirty="0"/>
              <a:t>Backend: </a:t>
            </a:r>
            <a:r>
              <a:rPr lang="en-IN" sz="2000" dirty="0"/>
              <a:t>JavaScript, Node.js, MongoDB.</a:t>
            </a:r>
          </a:p>
          <a:p>
            <a:pPr marL="457200" indent="-457200">
              <a:buAutoNum type="arabicPeriod"/>
            </a:pPr>
            <a:r>
              <a:rPr lang="en-IN" sz="2000" b="1" dirty="0"/>
              <a:t>Database: MongoDB Altas.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7BABC2-AA30-80B9-C9F5-52EB53C01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A731C3A-2206-B28A-CDD1-F32E6B22B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04800"/>
            <a:ext cx="7781544" cy="859055"/>
          </a:xfrm>
        </p:spPr>
        <p:txBody>
          <a:bodyPr>
            <a:normAutofit/>
          </a:bodyPr>
          <a:lstStyle/>
          <a:p>
            <a:r>
              <a:rPr lang="en-IN" sz="4400" dirty="0"/>
              <a:t>6. Technology Stack  </a:t>
            </a:r>
          </a:p>
        </p:txBody>
      </p:sp>
    </p:spTree>
    <p:extLst>
      <p:ext uri="{BB962C8B-B14F-4D97-AF65-F5344CB8AC3E}">
        <p14:creationId xmlns:p14="http://schemas.microsoft.com/office/powerpoint/2010/main" val="2415294436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E009F1A-E2B3-4CCC-3D50-F1C2D5DB1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972452"/>
            <a:ext cx="10169525" cy="5707748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D20016-69DC-28F7-FD66-8EC668607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4FF14A4-CFF8-AA9B-B95A-B24953162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13397"/>
            <a:ext cx="7781544" cy="859055"/>
          </a:xfrm>
        </p:spPr>
        <p:txBody>
          <a:bodyPr>
            <a:normAutofit/>
          </a:bodyPr>
          <a:lstStyle/>
          <a:p>
            <a:r>
              <a:rPr lang="en-IN" sz="4400" dirty="0"/>
              <a:t>7. UI/UX design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3D8A9C-965F-8CE2-AFC0-0D0D4FE0F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8735" y="1323944"/>
            <a:ext cx="3964280" cy="210505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5595856-1F2A-47BB-62B9-B0841F720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998" y="3654827"/>
            <a:ext cx="3721100" cy="210505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C4BC5B3-7315-DB41-E84C-A309DED1C8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997" y="1323944"/>
            <a:ext cx="3721100" cy="210505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400FFE5-7E96-AE48-1CBB-16AF7F6D7F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3791" y="3652199"/>
            <a:ext cx="3964280" cy="210768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2997126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A545F3-73BA-5FC4-8B30-94B69F388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11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645AE4-8A70-A803-4680-A9E24304D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710749"/>
            <a:ext cx="4947701" cy="30802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E70B34-1D49-202F-DB90-3DC7283A7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649" y="710749"/>
            <a:ext cx="4947701" cy="3080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65641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5559256-EF9D-B421-E162-A61A5036B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363979"/>
            <a:ext cx="8388350" cy="4951095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IN" sz="2000" b="1" dirty="0"/>
              <a:t>Login / Signup</a:t>
            </a:r>
          </a:p>
          <a:p>
            <a:r>
              <a:rPr lang="en-IN" sz="2000" b="1" dirty="0"/>
              <a:t>  </a:t>
            </a:r>
            <a:r>
              <a:rPr lang="en-IN" sz="2000" b="1" dirty="0">
                <a:sym typeface="Wingdings" panose="05000000000000000000" pitchFamily="2" charset="2"/>
              </a:rPr>
              <a:t></a:t>
            </a:r>
            <a:r>
              <a:rPr lang="en-IN" sz="2000" dirty="0">
                <a:sym typeface="Wingdings" panose="05000000000000000000" pitchFamily="2" charset="2"/>
              </a:rPr>
              <a:t>Use enters credentials and logs in securely.</a:t>
            </a:r>
          </a:p>
          <a:p>
            <a:r>
              <a:rPr lang="en-IN" sz="2000" dirty="0">
                <a:sym typeface="Wingdings" panose="05000000000000000000" pitchFamily="2" charset="2"/>
              </a:rPr>
              <a:t>2. </a:t>
            </a:r>
            <a:r>
              <a:rPr lang="en-IN" sz="2000" b="1" dirty="0">
                <a:sym typeface="Wingdings" panose="05000000000000000000" pitchFamily="2" charset="2"/>
              </a:rPr>
              <a:t>Add Expense</a:t>
            </a:r>
          </a:p>
          <a:p>
            <a:r>
              <a:rPr lang="en-IN" sz="2000" b="1" dirty="0">
                <a:sym typeface="Wingdings" panose="05000000000000000000" pitchFamily="2" charset="2"/>
              </a:rPr>
              <a:t>  </a:t>
            </a:r>
            <a:r>
              <a:rPr lang="en-IN" sz="2000" dirty="0">
                <a:sym typeface="Wingdings" panose="05000000000000000000" pitchFamily="2" charset="2"/>
              </a:rPr>
              <a:t>Select category(Food, travel, etc), enter amount, date and description.</a:t>
            </a:r>
          </a:p>
          <a:p>
            <a:r>
              <a:rPr lang="en-IN" sz="2000" dirty="0">
                <a:sym typeface="Wingdings" panose="05000000000000000000" pitchFamily="2" charset="2"/>
              </a:rPr>
              <a:t>3. </a:t>
            </a:r>
            <a:r>
              <a:rPr lang="en-IN" sz="2000" b="1" dirty="0">
                <a:sym typeface="Wingdings" panose="05000000000000000000" pitchFamily="2" charset="2"/>
              </a:rPr>
              <a:t>View expense list</a:t>
            </a:r>
          </a:p>
          <a:p>
            <a:r>
              <a:rPr lang="en-IN" sz="2000" b="1" dirty="0">
                <a:sym typeface="Wingdings" panose="05000000000000000000" pitchFamily="2" charset="2"/>
              </a:rPr>
              <a:t>  </a:t>
            </a:r>
            <a:r>
              <a:rPr lang="en-IN" sz="2000" dirty="0">
                <a:sym typeface="Wingdings" panose="05000000000000000000" pitchFamily="2" charset="2"/>
              </a:rPr>
              <a:t>Shows all add expenses and incomes in  a clean                  format.</a:t>
            </a:r>
          </a:p>
          <a:p>
            <a:r>
              <a:rPr lang="en-IN" sz="2000" dirty="0">
                <a:sym typeface="Wingdings" panose="05000000000000000000" pitchFamily="2" charset="2"/>
              </a:rPr>
              <a:t>4. </a:t>
            </a:r>
            <a:r>
              <a:rPr lang="en-IN" sz="2000" b="1" dirty="0">
                <a:sym typeface="Wingdings" panose="05000000000000000000" pitchFamily="2" charset="2"/>
              </a:rPr>
              <a:t>Generate report</a:t>
            </a:r>
          </a:p>
          <a:p>
            <a:r>
              <a:rPr lang="en-IN" sz="2000" b="1" dirty="0">
                <a:sym typeface="Wingdings" panose="05000000000000000000" pitchFamily="2" charset="2"/>
              </a:rPr>
              <a:t>  </a:t>
            </a:r>
            <a:r>
              <a:rPr lang="en-IN" sz="2000" dirty="0">
                <a:sym typeface="Wingdings" panose="05000000000000000000" pitchFamily="2" charset="2"/>
              </a:rPr>
              <a:t>There are pie charts for your incomes and expenses summaries.</a:t>
            </a:r>
          </a:p>
          <a:p>
            <a:r>
              <a:rPr lang="en-IN" sz="2000" dirty="0">
                <a:sym typeface="Wingdings" panose="05000000000000000000" pitchFamily="2" charset="2"/>
              </a:rPr>
              <a:t> </a:t>
            </a:r>
            <a:endParaRPr lang="en-IN" sz="20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5DD3A8-216D-F180-BAAD-50CEF3960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E53917B-573F-55C2-8FD5-2380D2151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04800"/>
            <a:ext cx="7781544" cy="859055"/>
          </a:xfrm>
        </p:spPr>
        <p:txBody>
          <a:bodyPr>
            <a:normAutofit/>
          </a:bodyPr>
          <a:lstStyle/>
          <a:p>
            <a:r>
              <a:rPr lang="en-IN" sz="4400" dirty="0"/>
              <a:t>8. Workflow / Demo</a:t>
            </a:r>
          </a:p>
        </p:txBody>
      </p:sp>
    </p:spTree>
    <p:extLst>
      <p:ext uri="{BB962C8B-B14F-4D97-AF65-F5344CB8AC3E}">
        <p14:creationId xmlns:p14="http://schemas.microsoft.com/office/powerpoint/2010/main" val="28272968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BD5795-4BE7-83A2-EE24-951B5B42E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49" y="1630680"/>
            <a:ext cx="9293225" cy="1341120"/>
          </a:xfrm>
        </p:spPr>
        <p:txBody>
          <a:bodyPr>
            <a:normAutofit/>
          </a:bodyPr>
          <a:lstStyle/>
          <a:p>
            <a:r>
              <a:rPr lang="en-IN" sz="2000" dirty="0"/>
              <a:t>“</a:t>
            </a:r>
            <a:r>
              <a:rPr lang="en-IN" sz="2000" b="1" dirty="0"/>
              <a:t>We are happy to clarify any doubts about our Expense Tracker project” </a:t>
            </a:r>
            <a:endParaRPr lang="en-IN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70F9DF-E8F3-DE47-E9F0-FEEF6B797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10D69CB-0B8C-F040-A5D9-AA1270FF6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81000"/>
            <a:ext cx="7781544" cy="859055"/>
          </a:xfrm>
        </p:spPr>
        <p:txBody>
          <a:bodyPr>
            <a:normAutofit/>
          </a:bodyPr>
          <a:lstStyle/>
          <a:p>
            <a:r>
              <a:rPr lang="en-IN" sz="4400" dirty="0"/>
              <a:t>Any Questions </a:t>
            </a:r>
          </a:p>
        </p:txBody>
      </p:sp>
    </p:spTree>
    <p:extLst>
      <p:ext uri="{BB962C8B-B14F-4D97-AF65-F5344CB8AC3E}">
        <p14:creationId xmlns:p14="http://schemas.microsoft.com/office/powerpoint/2010/main" val="179714981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8B8EAF-20C8-40A5-CFF1-784B64D6A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583055"/>
            <a:ext cx="8388350" cy="488442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Our Expense  tracker helps users easily manage and monitor  their expenses.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The app is user-friendly, secure, and sufficient making daily expense management simple.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8BD522-DAEE-1BF7-A2A8-1F3FE7A3F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651663-C69B-021D-452E-5D3825DC9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90525"/>
            <a:ext cx="7781544" cy="859055"/>
          </a:xfrm>
        </p:spPr>
        <p:txBody>
          <a:bodyPr>
            <a:normAutofit/>
          </a:bodyPr>
          <a:lstStyle/>
          <a:p>
            <a:r>
              <a:rPr lang="en-IN" sz="4400" dirty="0"/>
              <a:t>9. Conclusion</a:t>
            </a:r>
          </a:p>
        </p:txBody>
      </p:sp>
    </p:spTree>
    <p:extLst>
      <p:ext uri="{BB962C8B-B14F-4D97-AF65-F5344CB8AC3E}">
        <p14:creationId xmlns:p14="http://schemas.microsoft.com/office/powerpoint/2010/main" val="369821005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4155" y="2626567"/>
            <a:ext cx="8229600" cy="2355980"/>
          </a:xfrm>
        </p:spPr>
        <p:txBody>
          <a:bodyPr/>
          <a:lstStyle/>
          <a:p>
            <a:pPr algn="ctr"/>
            <a:r>
              <a:rPr lang="en-US" dirty="0"/>
              <a:t>Thank You for your </a:t>
            </a:r>
            <a:br>
              <a:rPr lang="en-US" dirty="0"/>
            </a:br>
            <a:r>
              <a:rPr lang="en-US" dirty="0"/>
              <a:t>co-operating and </a:t>
            </a:r>
            <a:br>
              <a:rPr lang="en-US" dirty="0"/>
            </a:br>
            <a:r>
              <a:rPr lang="en-US" dirty="0"/>
              <a:t>supporting  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06968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98</TotalTime>
  <Words>716</Words>
  <Application>Microsoft Office PowerPoint</Application>
  <PresentationFormat>Widescreen</PresentationFormat>
  <Paragraphs>107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Trade Gothic LT Pro</vt:lpstr>
      <vt:lpstr>Trebuchet MS</vt:lpstr>
      <vt:lpstr>Wingdings</vt:lpstr>
      <vt:lpstr>Office Theme</vt:lpstr>
      <vt:lpstr> Welcome to the our project </vt:lpstr>
      <vt:lpstr>Expense Tracker</vt:lpstr>
      <vt:lpstr>1. Introduction</vt:lpstr>
      <vt:lpstr>2. Objectives of our project</vt:lpstr>
      <vt:lpstr>2. Existing Problem</vt:lpstr>
      <vt:lpstr>3. Proposed Solution </vt:lpstr>
      <vt:lpstr>4. Process flow </vt:lpstr>
      <vt:lpstr>5. Features</vt:lpstr>
      <vt:lpstr>6. Technology Stack  </vt:lpstr>
      <vt:lpstr>7. UI/UX design</vt:lpstr>
      <vt:lpstr>PowerPoint Presentation</vt:lpstr>
      <vt:lpstr>8. Workflow / Demo</vt:lpstr>
      <vt:lpstr>Any Questions </vt:lpstr>
      <vt:lpstr>9. Conclusion</vt:lpstr>
      <vt:lpstr>Thank You for your  co-operating and  supporting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Kaif Khan</dc:creator>
  <cp:lastModifiedBy>Kaif Khan</cp:lastModifiedBy>
  <cp:revision>2</cp:revision>
  <dcterms:created xsi:type="dcterms:W3CDTF">2025-09-23T15:09:43Z</dcterms:created>
  <dcterms:modified xsi:type="dcterms:W3CDTF">2025-09-23T16:49:32Z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