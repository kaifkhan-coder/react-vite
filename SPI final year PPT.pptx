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96" r:id="rId4"/>
  </p:sldMasterIdLst>
  <p:notesMasterIdLst>
    <p:notesMasterId r:id="rId18"/>
  </p:notesMasterIdLst>
  <p:handoutMasterIdLst>
    <p:handoutMasterId r:id="rId19"/>
  </p:handoutMasterIdLst>
  <p:sldIdLst>
    <p:sldId id="334" r:id="rId5"/>
    <p:sldId id="316" r:id="rId6"/>
    <p:sldId id="337" r:id="rId7"/>
    <p:sldId id="343" r:id="rId8"/>
    <p:sldId id="342" r:id="rId9"/>
    <p:sldId id="336" r:id="rId10"/>
    <p:sldId id="324" r:id="rId11"/>
    <p:sldId id="346" r:id="rId12"/>
    <p:sldId id="328" r:id="rId13"/>
    <p:sldId id="345" r:id="rId14"/>
    <p:sldId id="331" r:id="rId15"/>
    <p:sldId id="347" r:id="rId16"/>
    <p:sldId id="34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92" userDrawn="1">
          <p15:clr>
            <a:srgbClr val="A4A3A4"/>
          </p15:clr>
        </p15:guide>
        <p15:guide id="2" pos="7056" userDrawn="1">
          <p15:clr>
            <a:srgbClr val="A4A3A4"/>
          </p15:clr>
        </p15:guide>
        <p15:guide id="3" orient="horz" pos="31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4" autoAdjust="0"/>
    <p:restoredTop sz="84967" autoAdjust="0"/>
  </p:normalViewPr>
  <p:slideViewPr>
    <p:cSldViewPr snapToGrid="0">
      <p:cViewPr>
        <p:scale>
          <a:sx n="100" d="100"/>
          <a:sy n="100" d="100"/>
        </p:scale>
        <p:origin x="19" y="58"/>
      </p:cViewPr>
      <p:guideLst>
        <p:guide orient="horz" pos="1392"/>
        <p:guide pos="7056"/>
        <p:guide orient="horz" pos="3168"/>
      </p:guideLst>
    </p:cSldViewPr>
  </p:slideViewPr>
  <p:outlineViewPr>
    <p:cViewPr>
      <p:scale>
        <a:sx n="33" d="100"/>
        <a:sy n="33" d="100"/>
      </p:scale>
      <p:origin x="0" y="-1103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0E99E25-5B65-D93A-3010-8B947D67E65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DAEB28A-33CC-6CF5-1214-F2C3205F679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888634-FBA9-41D6-8B35-EE3A7D816B7C}" type="datetimeFigureOut">
              <a:rPr lang="en-US" smtClean="0"/>
              <a:t>10/19/2025</a:t>
            </a:fld>
            <a:endParaRPr lang="en-US" dirty="0"/>
          </a:p>
        </p:txBody>
      </p:sp>
      <p:sp>
        <p:nvSpPr>
          <p:cNvPr id="4" name="Footer Placeholder 3">
            <a:extLst>
              <a:ext uri="{FF2B5EF4-FFF2-40B4-BE49-F238E27FC236}">
                <a16:creationId xmlns:a16="http://schemas.microsoft.com/office/drawing/2014/main" id="{43D63414-6160-FF79-B3F6-CD615625C84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83E93F-BDEC-C5F7-2553-8324882C419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97C78D2-97D1-4B37-BDD1-08A09BD4CA99}" type="slidenum">
              <a:rPr lang="en-US" smtClean="0"/>
              <a:t>‹#›</a:t>
            </a:fld>
            <a:endParaRPr lang="en-US" dirty="0"/>
          </a:p>
        </p:txBody>
      </p:sp>
    </p:spTree>
    <p:extLst>
      <p:ext uri="{BB962C8B-B14F-4D97-AF65-F5344CB8AC3E}">
        <p14:creationId xmlns:p14="http://schemas.microsoft.com/office/powerpoint/2010/main" val="23691359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28068-AFBD-4979-B752-9EB6F90B1386}" type="datetimeFigureOut">
              <a:rPr lang="en-US" smtClean="0"/>
              <a:t>10/19/2025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939589-3E79-4C82-AA4A-FE78234FAA59}" type="slidenum">
              <a:rPr lang="en-US" smtClean="0"/>
              <a:t>‹#›</a:t>
            </a:fld>
            <a:endParaRPr lang="en-US" dirty="0"/>
          </a:p>
        </p:txBody>
      </p:sp>
    </p:spTree>
    <p:extLst>
      <p:ext uri="{BB962C8B-B14F-4D97-AF65-F5344CB8AC3E}">
        <p14:creationId xmlns:p14="http://schemas.microsoft.com/office/powerpoint/2010/main" val="2194968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a:t>
            </a:fld>
            <a:endParaRPr lang="en-US" dirty="0"/>
          </a:p>
        </p:txBody>
      </p:sp>
    </p:spTree>
    <p:extLst>
      <p:ext uri="{BB962C8B-B14F-4D97-AF65-F5344CB8AC3E}">
        <p14:creationId xmlns:p14="http://schemas.microsoft.com/office/powerpoint/2010/main" val="1801796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a:t>
            </a:fld>
            <a:endParaRPr lang="en-US" dirty="0"/>
          </a:p>
        </p:txBody>
      </p:sp>
    </p:spTree>
    <p:extLst>
      <p:ext uri="{BB962C8B-B14F-4D97-AF65-F5344CB8AC3E}">
        <p14:creationId xmlns:p14="http://schemas.microsoft.com/office/powerpoint/2010/main" val="3466773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3</a:t>
            </a:fld>
            <a:endParaRPr lang="en-US" dirty="0"/>
          </a:p>
        </p:txBody>
      </p:sp>
    </p:spTree>
    <p:extLst>
      <p:ext uri="{BB962C8B-B14F-4D97-AF65-F5344CB8AC3E}">
        <p14:creationId xmlns:p14="http://schemas.microsoft.com/office/powerpoint/2010/main" val="833487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4</a:t>
            </a:fld>
            <a:endParaRPr lang="en-US" dirty="0"/>
          </a:p>
        </p:txBody>
      </p:sp>
    </p:spTree>
    <p:extLst>
      <p:ext uri="{BB962C8B-B14F-4D97-AF65-F5344CB8AC3E}">
        <p14:creationId xmlns:p14="http://schemas.microsoft.com/office/powerpoint/2010/main" val="40107760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5</a:t>
            </a:fld>
            <a:endParaRPr lang="en-US" dirty="0"/>
          </a:p>
        </p:txBody>
      </p:sp>
    </p:spTree>
    <p:extLst>
      <p:ext uri="{BB962C8B-B14F-4D97-AF65-F5344CB8AC3E}">
        <p14:creationId xmlns:p14="http://schemas.microsoft.com/office/powerpoint/2010/main" val="38990105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6</a:t>
            </a:fld>
            <a:endParaRPr lang="en-US" dirty="0"/>
          </a:p>
        </p:txBody>
      </p:sp>
    </p:spTree>
    <p:extLst>
      <p:ext uri="{BB962C8B-B14F-4D97-AF65-F5344CB8AC3E}">
        <p14:creationId xmlns:p14="http://schemas.microsoft.com/office/powerpoint/2010/main" val="15315475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7</a:t>
            </a:fld>
            <a:endParaRPr lang="en-US" dirty="0"/>
          </a:p>
        </p:txBody>
      </p:sp>
    </p:spTree>
    <p:extLst>
      <p:ext uri="{BB962C8B-B14F-4D97-AF65-F5344CB8AC3E}">
        <p14:creationId xmlns:p14="http://schemas.microsoft.com/office/powerpoint/2010/main" val="21597063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8</a:t>
            </a:fld>
            <a:endParaRPr lang="en-US" dirty="0"/>
          </a:p>
        </p:txBody>
      </p:sp>
    </p:spTree>
    <p:extLst>
      <p:ext uri="{BB962C8B-B14F-4D97-AF65-F5344CB8AC3E}">
        <p14:creationId xmlns:p14="http://schemas.microsoft.com/office/powerpoint/2010/main" val="28369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9</a:t>
            </a:fld>
            <a:endParaRPr lang="en-US" dirty="0"/>
          </a:p>
        </p:txBody>
      </p:sp>
    </p:spTree>
    <p:extLst>
      <p:ext uri="{BB962C8B-B14F-4D97-AF65-F5344CB8AC3E}">
        <p14:creationId xmlns:p14="http://schemas.microsoft.com/office/powerpoint/2010/main" val="3739933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10</a:t>
            </a:fld>
            <a:endParaRPr lang="en-US" dirty="0"/>
          </a:p>
        </p:txBody>
      </p:sp>
    </p:spTree>
    <p:extLst>
      <p:ext uri="{BB962C8B-B14F-4D97-AF65-F5344CB8AC3E}">
        <p14:creationId xmlns:p14="http://schemas.microsoft.com/office/powerpoint/2010/main" val="33812307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11</a:t>
            </a:fld>
            <a:endParaRPr lang="en-US" dirty="0"/>
          </a:p>
        </p:txBody>
      </p:sp>
    </p:spTree>
    <p:extLst>
      <p:ext uri="{BB962C8B-B14F-4D97-AF65-F5344CB8AC3E}">
        <p14:creationId xmlns:p14="http://schemas.microsoft.com/office/powerpoint/2010/main" val="39121674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12</a:t>
            </a:fld>
            <a:endParaRPr lang="en-US" dirty="0"/>
          </a:p>
        </p:txBody>
      </p:sp>
    </p:spTree>
    <p:extLst>
      <p:ext uri="{BB962C8B-B14F-4D97-AF65-F5344CB8AC3E}">
        <p14:creationId xmlns:p14="http://schemas.microsoft.com/office/powerpoint/2010/main" val="35470596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13</a:t>
            </a:fld>
            <a:endParaRPr lang="en-US" dirty="0"/>
          </a:p>
        </p:txBody>
      </p:sp>
    </p:spTree>
    <p:extLst>
      <p:ext uri="{BB962C8B-B14F-4D97-AF65-F5344CB8AC3E}">
        <p14:creationId xmlns:p14="http://schemas.microsoft.com/office/powerpoint/2010/main" val="3613364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Slid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59" y="357809"/>
            <a:ext cx="7983110" cy="3080335"/>
          </a:xfrm>
        </p:spPr>
        <p:txBody>
          <a:bodyPr lIns="0" tIns="0" rIns="0" bIns="0" anchor="b"/>
          <a:lstStyle>
            <a:lvl1pPr algn="l">
              <a:lnSpc>
                <a:spcPts val="5400"/>
              </a:lnSpc>
              <a:defRPr sz="5400" b="1" i="0" cap="all" spc="0" baseline="0">
                <a:solidFill>
                  <a:schemeClr val="bg1"/>
                </a:solidFill>
              </a:defRPr>
            </a:lvl1pPr>
          </a:lstStyle>
          <a:p>
            <a:r>
              <a:rPr lang="en-US"/>
              <a:t>Click to edit Master title style</a:t>
            </a:r>
            <a:endParaRPr lang="en-US" dirty="0"/>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3496322"/>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a:off x="8161510" y="2744546"/>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2137906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image">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5116544" y="614202"/>
            <a:ext cx="5918072" cy="2276856"/>
          </a:xfrm>
        </p:spPr>
        <p:txBody>
          <a:bodyPr lIns="0" tIns="0" rIns="0" bIns="0" anchor="b"/>
          <a:lstStyle>
            <a:lvl1pPr algn="r">
              <a:lnSpc>
                <a:spcPts val="4000"/>
              </a:lnSpc>
              <a:defRPr sz="4000" b="1" cap="all" spc="0" baseline="0">
                <a:solidFill>
                  <a:schemeClr val="bg1"/>
                </a:solidFill>
              </a:defRPr>
            </a:lvl1pPr>
          </a:lstStyle>
          <a:p>
            <a:r>
              <a:rPr lang="en-US" dirty="0"/>
              <a:t>Click to add title</a:t>
            </a:r>
          </a:p>
        </p:txBody>
      </p:sp>
      <p:sp>
        <p:nvSpPr>
          <p:cNvPr id="8" name="Slide Number Placeholder 7">
            <a:extLst>
              <a:ext uri="{FF2B5EF4-FFF2-40B4-BE49-F238E27FC236}">
                <a16:creationId xmlns:a16="http://schemas.microsoft.com/office/drawing/2014/main" id="{1C738AB3-8054-6E21-C34C-36AF3A31AC4E}"/>
              </a:ext>
            </a:extLst>
          </p:cNvPr>
          <p:cNvSpPr>
            <a:spLocks noGrp="1"/>
          </p:cNvSpPr>
          <p:nvPr>
            <p:ph type="sldNum" sz="quarter" idx="20"/>
          </p:nvPr>
        </p:nvSpPr>
        <p:spPr/>
        <p:txBody>
          <a:bodyPr/>
          <a:lstStyle>
            <a:lvl1pPr>
              <a:defRPr>
                <a:solidFill>
                  <a:schemeClr val="bg1"/>
                </a:solidFill>
              </a:defRPr>
            </a:lvl1pPr>
          </a:lstStyle>
          <a:p>
            <a:fld id="{D8DA9DAA-006C-4F4B-980E-E3DF019B24E2}" type="slidenum">
              <a:rPr lang="en-US" smtClean="0"/>
              <a:pPr/>
              <a:t>‹#›</a:t>
            </a:fld>
            <a:endParaRPr lang="en-US" dirty="0"/>
          </a:p>
        </p:txBody>
      </p:sp>
      <p:sp>
        <p:nvSpPr>
          <p:cNvPr id="19" name="Picture Placeholder 18">
            <a:extLst>
              <a:ext uri="{FF2B5EF4-FFF2-40B4-BE49-F238E27FC236}">
                <a16:creationId xmlns:a16="http://schemas.microsoft.com/office/drawing/2014/main" id="{34120D15-E48C-4FBE-BB95-24DB36D9F458}"/>
              </a:ext>
            </a:extLst>
          </p:cNvPr>
          <p:cNvSpPr>
            <a:spLocks noGrp="1"/>
          </p:cNvSpPr>
          <p:nvPr>
            <p:ph type="pic" sz="quarter" idx="14" hasCustomPrompt="1"/>
          </p:nvPr>
        </p:nvSpPr>
        <p:spPr>
          <a:xfrm>
            <a:off x="1280160" y="2530058"/>
            <a:ext cx="3707972" cy="3707971"/>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p:spPr>
        <p:txBody>
          <a:bodyPr wrap="square" tIns="914400" anchor="t">
            <a:noAutofit/>
          </a:bodyPr>
          <a:lstStyle>
            <a:lvl1pPr algn="ctr">
              <a:buNone/>
              <a:defRPr sz="1600" b="1">
                <a:solidFill>
                  <a:schemeClr val="bg1"/>
                </a:solidFill>
              </a:defRPr>
            </a:lvl1pPr>
          </a:lstStyle>
          <a:p>
            <a:r>
              <a:rPr lang="en-US" dirty="0"/>
              <a:t>Click to add picture</a:t>
            </a:r>
          </a:p>
        </p:txBody>
      </p:sp>
      <p:sp>
        <p:nvSpPr>
          <p:cNvPr id="4" name="Text Placeholder 3">
            <a:extLst>
              <a:ext uri="{FF2B5EF4-FFF2-40B4-BE49-F238E27FC236}">
                <a16:creationId xmlns:a16="http://schemas.microsoft.com/office/drawing/2014/main" id="{94FD1B85-4BEF-C1C1-5619-B82E9E44A9F8}"/>
              </a:ext>
            </a:extLst>
          </p:cNvPr>
          <p:cNvSpPr>
            <a:spLocks noGrp="1"/>
          </p:cNvSpPr>
          <p:nvPr>
            <p:ph type="body" sz="quarter" idx="17"/>
          </p:nvPr>
        </p:nvSpPr>
        <p:spPr>
          <a:xfrm>
            <a:off x="5116548" y="3161752"/>
            <a:ext cx="5918068" cy="3144965"/>
          </a:xfrm>
        </p:spPr>
        <p:txBody>
          <a:bodyPr lIns="0" tIns="0" rIns="0" bIns="0">
            <a:normAutofit/>
          </a:bodyPr>
          <a:lstStyle>
            <a:lvl1pPr marL="0" indent="0" algn="r">
              <a:spcBef>
                <a:spcPts val="1200"/>
              </a:spcBef>
              <a:buNone/>
              <a:defRPr sz="2400">
                <a:solidFill>
                  <a:schemeClr val="bg1"/>
                </a:solidFill>
              </a:defRPr>
            </a:lvl1pPr>
            <a:lvl2pPr marL="457200" indent="0" algn="r">
              <a:spcBef>
                <a:spcPts val="1200"/>
              </a:spcBef>
              <a:buNone/>
              <a:defRPr sz="2400">
                <a:solidFill>
                  <a:schemeClr val="bg1"/>
                </a:solidFill>
              </a:defRPr>
            </a:lvl2pPr>
            <a:lvl3pPr marL="914400" indent="0" algn="r">
              <a:spcBef>
                <a:spcPts val="1200"/>
              </a:spcBef>
              <a:buNone/>
              <a:defRPr sz="2400">
                <a:solidFill>
                  <a:schemeClr val="bg1"/>
                </a:solidFill>
              </a:defRPr>
            </a:lvl3pPr>
            <a:lvl4pPr marL="1371600" indent="0" algn="r">
              <a:spcBef>
                <a:spcPts val="1200"/>
              </a:spcBef>
              <a:buNone/>
              <a:defRPr sz="2400">
                <a:solidFill>
                  <a:schemeClr val="bg1"/>
                </a:solidFill>
              </a:defRPr>
            </a:lvl4pPr>
            <a:lvl5pPr marL="1828800" indent="0" algn="r">
              <a:buNone/>
              <a:defRPr sz="1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a:extLst>
              <a:ext uri="{FF2B5EF4-FFF2-40B4-BE49-F238E27FC236}">
                <a16:creationId xmlns:a16="http://schemas.microsoft.com/office/drawing/2014/main" id="{13AE7F8D-AE68-4A83-BAB5-3A97D473CE3C}"/>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1" name="Graphic 12">
            <a:extLst>
              <a:ext uri="{FF2B5EF4-FFF2-40B4-BE49-F238E27FC236}">
                <a16:creationId xmlns:a16="http://schemas.microsoft.com/office/drawing/2014/main" id="{EA1B6985-3E5A-40F4-9268-D4AB3BBF8C91}"/>
              </a:ext>
              <a:ext uri="{C183D7F6-B498-43B3-948B-1728B52AA6E4}">
                <adec:decorative xmlns:adec="http://schemas.microsoft.com/office/drawing/2017/decorative" val="1"/>
              </a:ext>
            </a:extLst>
          </p:cNvPr>
          <p:cNvSpPr/>
          <p:nvPr userDrawn="1"/>
        </p:nvSpPr>
        <p:spPr>
          <a:xfrm>
            <a:off x="4745394" y="276027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13" name="Graphic 13">
            <a:extLst>
              <a:ext uri="{FF2B5EF4-FFF2-40B4-BE49-F238E27FC236}">
                <a16:creationId xmlns:a16="http://schemas.microsoft.com/office/drawing/2014/main" id="{338BC906-9D03-4280-85E8-21A81BC21D73}"/>
              </a:ext>
              <a:ext uri="{C183D7F6-B498-43B3-948B-1728B52AA6E4}">
                <adec:decorative xmlns:adec="http://schemas.microsoft.com/office/drawing/2017/decorative" val="1"/>
              </a:ext>
            </a:extLst>
          </p:cNvPr>
          <p:cNvSpPr/>
          <p:nvPr userDrawn="1"/>
        </p:nvSpPr>
        <p:spPr>
          <a:xfrm>
            <a:off x="4386614" y="253098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dirty="0"/>
          </a:p>
        </p:txBody>
      </p:sp>
      <p:sp>
        <p:nvSpPr>
          <p:cNvPr id="17" name="Graphic 15">
            <a:extLst>
              <a:ext uri="{FF2B5EF4-FFF2-40B4-BE49-F238E27FC236}">
                <a16:creationId xmlns:a16="http://schemas.microsoft.com/office/drawing/2014/main" id="{C5C06D53-C9F6-47E8-BFE1-B8193A1AED8B}"/>
              </a:ext>
              <a:ext uri="{C183D7F6-B498-43B3-948B-1728B52AA6E4}">
                <adec:decorative xmlns:adec="http://schemas.microsoft.com/office/drawing/2017/decorative" val="1"/>
              </a:ext>
            </a:extLst>
          </p:cNvPr>
          <p:cNvSpPr/>
          <p:nvPr userDrawn="1"/>
        </p:nvSpPr>
        <p:spPr>
          <a:xfrm>
            <a:off x="1652402" y="603157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dirty="0"/>
          </a:p>
        </p:txBody>
      </p:sp>
      <p:sp>
        <p:nvSpPr>
          <p:cNvPr id="7" name="Footer Placeholder 6">
            <a:extLst>
              <a:ext uri="{FF2B5EF4-FFF2-40B4-BE49-F238E27FC236}">
                <a16:creationId xmlns:a16="http://schemas.microsoft.com/office/drawing/2014/main" id="{CE9872E9-2F0D-2FEB-0974-F0BBBC5E0331}"/>
              </a:ext>
            </a:extLst>
          </p:cNvPr>
          <p:cNvSpPr>
            <a:spLocks noGrp="1"/>
          </p:cNvSpPr>
          <p:nvPr>
            <p:ph type="ftr" sz="quarter" idx="19"/>
          </p:nvPr>
        </p:nvSpPr>
        <p:spPr>
          <a:xfrm>
            <a:off x="7238999" y="6356350"/>
            <a:ext cx="3795615" cy="365125"/>
          </a:xfrm>
        </p:spPr>
        <p:txBody>
          <a:bodyPr/>
          <a:lstStyle>
            <a:lvl1pPr>
              <a:defRPr>
                <a:solidFill>
                  <a:schemeClr val="bg1"/>
                </a:solidFill>
              </a:defRPr>
            </a:lvl1pPr>
          </a:lstStyle>
          <a:p>
            <a:endParaRPr lang="en-US" dirty="0"/>
          </a:p>
        </p:txBody>
      </p:sp>
    </p:spTree>
    <p:extLst>
      <p:ext uri="{BB962C8B-B14F-4D97-AF65-F5344CB8AC3E}">
        <p14:creationId xmlns:p14="http://schemas.microsoft.com/office/powerpoint/2010/main" val="2490768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icture">
    <p:bg>
      <p:bgPr>
        <a:gradFill>
          <a:gsLst>
            <a:gs pos="100000">
              <a:schemeClr val="accent4"/>
            </a:gs>
            <a:gs pos="0">
              <a:schemeClr val="accent2"/>
            </a:gs>
          </a:gsLst>
          <a:lin ang="189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59" y="3386775"/>
            <a:ext cx="8311102" cy="3080335"/>
          </a:xfrm>
        </p:spPr>
        <p:txBody>
          <a:bodyPr lIns="0" tIns="274320" rIns="0" bIns="0" anchor="t" anchorCtr="0"/>
          <a:lstStyle>
            <a:lvl1pPr algn="l">
              <a:lnSpc>
                <a:spcPts val="5400"/>
              </a:lnSpc>
              <a:defRPr sz="5400" b="1" i="0" cap="all" spc="0" baseline="0">
                <a:solidFill>
                  <a:schemeClr val="bg1"/>
                </a:solidFill>
              </a:defRPr>
            </a:lvl1pPr>
          </a:lstStyle>
          <a:p>
            <a:r>
              <a:rPr lang="en-US"/>
              <a:t>Click to edit Master title style</a:t>
            </a:r>
            <a:endParaRPr lang="en-US" dirty="0"/>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0"/>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rot="19670435">
            <a:off x="7632743" y="794953"/>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3" name="Picture Placeholder 14">
            <a:extLst>
              <a:ext uri="{FF2B5EF4-FFF2-40B4-BE49-F238E27FC236}">
                <a16:creationId xmlns:a16="http://schemas.microsoft.com/office/drawing/2014/main" id="{01D87F51-D69B-9038-0566-4FDC355AB6F0}"/>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Tree>
    <p:extLst>
      <p:ext uri="{BB962C8B-B14F-4D97-AF65-F5344CB8AC3E}">
        <p14:creationId xmlns:p14="http://schemas.microsoft.com/office/powerpoint/2010/main" val="1951239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ictur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1280159" y="640080"/>
            <a:ext cx="10302240" cy="1852046"/>
          </a:xfrm>
        </p:spPr>
        <p:txBody>
          <a:bodyPr lIns="0" tIns="0" rIns="0" bIns="0" anchor="b"/>
          <a:lstStyle>
            <a:lvl1pPr algn="l">
              <a:lnSpc>
                <a:spcPts val="5400"/>
              </a:lnSpc>
              <a:defRPr sz="5400" b="1" i="0" cap="all" spc="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hasCustomPrompt="1"/>
          </p:nvPr>
        </p:nvSpPr>
        <p:spPr>
          <a:xfrm>
            <a:off x="1280158" y="2588447"/>
            <a:ext cx="7853678" cy="726645"/>
          </a:xfrm>
        </p:spPr>
        <p:txBody>
          <a:bodyPr lIns="0" tIns="0" rIns="0" bIns="0" anchor="t" anchorCtr="0">
            <a:norm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3496322"/>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flipH="1">
            <a:off x="7659974" y="4456458"/>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5" name="Picture Placeholder 14">
            <a:extLst>
              <a:ext uri="{FF2B5EF4-FFF2-40B4-BE49-F238E27FC236}">
                <a16:creationId xmlns:a16="http://schemas.microsoft.com/office/drawing/2014/main" id="{5DDB7824-50BA-B12F-AD49-CA8953CA3A0E}"/>
              </a:ext>
            </a:extLst>
          </p:cNvPr>
          <p:cNvSpPr>
            <a:spLocks noGrp="1"/>
          </p:cNvSpPr>
          <p:nvPr>
            <p:ph type="pic" sz="quarter" idx="13" hasCustomPrompt="1"/>
          </p:nvPr>
        </p:nvSpPr>
        <p:spPr>
          <a:xfrm>
            <a:off x="8536252" y="3205313"/>
            <a:ext cx="3043077" cy="3043083"/>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Tree>
    <p:extLst>
      <p:ext uri="{BB962C8B-B14F-4D97-AF65-F5344CB8AC3E}">
        <p14:creationId xmlns:p14="http://schemas.microsoft.com/office/powerpoint/2010/main" val="652645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imag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hasCustomPrompt="1"/>
          </p:nvPr>
        </p:nvSpPr>
        <p:spPr>
          <a:xfrm>
            <a:off x="4114800" y="640080"/>
            <a:ext cx="7498080" cy="1280160"/>
          </a:xfrm>
        </p:spPr>
        <p:txBody>
          <a:bodyPr lIns="0" tIns="0" rIns="0" bIns="0" anchor="b" anchorCtr="0"/>
          <a:lstStyle>
            <a:lvl1pPr>
              <a:defRPr sz="4000" b="1" cap="all" spc="0" baseline="0"/>
            </a:lvl1pPr>
          </a:lstStyle>
          <a:p>
            <a:r>
              <a:rPr lang="en-US" dirty="0"/>
              <a:t>Click to add title</a:t>
            </a:r>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a:xfrm>
            <a:off x="484632" y="722376"/>
            <a:ext cx="520991" cy="517379"/>
          </a:xfrm>
        </p:spPr>
        <p:txBody>
          <a:bodyPr anchor="t" anchorCtr="0"/>
          <a:lstStyle>
            <a:lvl1pPr>
              <a:defRPr>
                <a:solidFill>
                  <a:schemeClr val="accent2"/>
                </a:solidFill>
              </a:defRPr>
            </a:lvl1pPr>
          </a:lstStyle>
          <a:p>
            <a:fld id="{D8DA9DAA-006C-4F4B-980E-E3DF019B24E2}" type="slidenum">
              <a:rPr lang="en-US" smtClean="0"/>
              <a:pPr/>
              <a:t>‹#›</a:t>
            </a:fld>
            <a:endParaRPr lang="en-US" dirty="0"/>
          </a:p>
        </p:txBody>
      </p:sp>
      <p:sp>
        <p:nvSpPr>
          <p:cNvPr id="15" name="Picture Placeholder 14">
            <a:extLst>
              <a:ext uri="{FF2B5EF4-FFF2-40B4-BE49-F238E27FC236}">
                <a16:creationId xmlns:a16="http://schemas.microsoft.com/office/drawing/2014/main" id="{E62FC6D8-DD87-4B93-8491-43C84EE63FE2}"/>
              </a:ext>
            </a:extLst>
          </p:cNvPr>
          <p:cNvSpPr>
            <a:spLocks noGrp="1"/>
          </p:cNvSpPr>
          <p:nvPr>
            <p:ph type="pic" sz="quarter" idx="13" hasCustomPrompt="1"/>
          </p:nvPr>
        </p:nvSpPr>
        <p:spPr>
          <a:xfrm>
            <a:off x="1317615" y="895646"/>
            <a:ext cx="1956925" cy="1956928"/>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 anchor="t" anchorCtr="0">
            <a:noAutofit/>
          </a:bodyPr>
          <a:lstStyle>
            <a:lvl1pPr algn="ctr">
              <a:buNone/>
              <a:defRPr sz="1800"/>
            </a:lvl1pPr>
          </a:lstStyle>
          <a:p>
            <a:r>
              <a:rPr lang="en-US" dirty="0"/>
              <a:t>Click to add picture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hasCustomPrompt="1"/>
          </p:nvPr>
        </p:nvSpPr>
        <p:spPr>
          <a:xfrm>
            <a:off x="4114800" y="2194560"/>
            <a:ext cx="7498080" cy="4023360"/>
          </a:xfrm>
        </p:spPr>
        <p:txBody>
          <a:bodyPr lIns="0" tIns="0" rIns="0" bIns="0">
            <a:noAutofit/>
          </a:bodyPr>
          <a:lstStyle>
            <a:lvl1pPr marL="0" indent="0">
              <a:lnSpc>
                <a:spcPct val="110000"/>
              </a:lnSpc>
              <a:buNone/>
              <a:defRPr sz="1800"/>
            </a:lvl1pPr>
            <a:lvl2pPr marL="228600">
              <a:defRPr sz="1600"/>
            </a:lvl2pPr>
            <a:lvl3pPr marL="457200">
              <a:defRPr sz="1400"/>
            </a:lvl3pPr>
            <a:lvl4pPr marL="685800">
              <a:defRPr sz="1200"/>
            </a:lvl4pPr>
            <a:lvl5pP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grpSp>
        <p:nvGrpSpPr>
          <p:cNvPr id="7" name="Group 6">
            <a:extLst>
              <a:ext uri="{FF2B5EF4-FFF2-40B4-BE49-F238E27FC236}">
                <a16:creationId xmlns:a16="http://schemas.microsoft.com/office/drawing/2014/main" id="{758B5E78-A531-681D-1312-F21B52D066B8}"/>
              </a:ext>
              <a:ext uri="{C183D7F6-B498-43B3-948B-1728B52AA6E4}">
                <adec:decorative xmlns:adec="http://schemas.microsoft.com/office/drawing/2017/decorative" val="1"/>
              </a:ext>
            </a:extLst>
          </p:cNvPr>
          <p:cNvGrpSpPr/>
          <p:nvPr userDrawn="1"/>
        </p:nvGrpSpPr>
        <p:grpSpPr>
          <a:xfrm>
            <a:off x="2970685" y="620661"/>
            <a:ext cx="403448" cy="381782"/>
            <a:chOff x="10969280" y="1780012"/>
            <a:chExt cx="403448" cy="381782"/>
          </a:xfrm>
        </p:grpSpPr>
        <p:sp>
          <p:nvSpPr>
            <p:cNvPr id="17" name="Graphic 10">
              <a:extLst>
                <a:ext uri="{FF2B5EF4-FFF2-40B4-BE49-F238E27FC236}">
                  <a16:creationId xmlns:a16="http://schemas.microsoft.com/office/drawing/2014/main" id="{AAD06B87-D9B2-4F94-B734-A8F039A2033F}"/>
                </a:ext>
                <a:ext uri="{C183D7F6-B498-43B3-948B-1728B52AA6E4}">
                  <adec:decorative xmlns:adec="http://schemas.microsoft.com/office/drawing/2017/decorative" val="1"/>
                </a:ext>
              </a:extLst>
            </p:cNvPr>
            <p:cNvSpPr/>
            <p:nvPr userDrawn="1"/>
          </p:nvSpPr>
          <p:spPr>
            <a:xfrm>
              <a:off x="11281590" y="2070656"/>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
          <p:nvSpPr>
            <p:cNvPr id="19" name="Graphic 11">
              <a:extLst>
                <a:ext uri="{FF2B5EF4-FFF2-40B4-BE49-F238E27FC236}">
                  <a16:creationId xmlns:a16="http://schemas.microsoft.com/office/drawing/2014/main" id="{BB13A13C-36EA-4B13-9175-C5FE95B34D33}"/>
                </a:ext>
                <a:ext uri="{C183D7F6-B498-43B3-948B-1728B52AA6E4}">
                  <adec:decorative xmlns:adec="http://schemas.microsoft.com/office/drawing/2017/decorative" val="1"/>
                </a:ext>
              </a:extLst>
            </p:cNvPr>
            <p:cNvSpPr/>
            <p:nvPr userDrawn="1"/>
          </p:nvSpPr>
          <p:spPr>
            <a:xfrm>
              <a:off x="10969280" y="178001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grpSp>
      <p:sp>
        <p:nvSpPr>
          <p:cNvPr id="4" name="Footer Placeholder 8">
            <a:extLst>
              <a:ext uri="{FF2B5EF4-FFF2-40B4-BE49-F238E27FC236}">
                <a16:creationId xmlns:a16="http://schemas.microsoft.com/office/drawing/2014/main" id="{5189CAD3-7011-6481-11F8-05B5CB106F01}"/>
              </a:ext>
            </a:extLst>
          </p:cNvPr>
          <p:cNvSpPr>
            <a:spLocks noGrp="1"/>
          </p:cNvSpPr>
          <p:nvPr>
            <p:ph type="ftr" sz="quarter" idx="17"/>
          </p:nvPr>
        </p:nvSpPr>
        <p:spPr>
          <a:xfrm>
            <a:off x="1280160" y="6356350"/>
            <a:ext cx="4114800" cy="365125"/>
          </a:xfrm>
        </p:spPr>
        <p:txBody>
          <a:bodyPr lIns="0" rIns="91440"/>
          <a:lstStyle>
            <a:lvl1pPr algn="l">
              <a:defRPr/>
            </a:lvl1pPr>
          </a:lstStyle>
          <a:p>
            <a:endParaRPr lang="en-US" dirty="0"/>
          </a:p>
        </p:txBody>
      </p:sp>
      <p:cxnSp>
        <p:nvCxnSpPr>
          <p:cNvPr id="10" name="Straight Connector 9">
            <a:extLst>
              <a:ext uri="{FF2B5EF4-FFF2-40B4-BE49-F238E27FC236}">
                <a16:creationId xmlns:a16="http://schemas.microsoft.com/office/drawing/2014/main" id="{CB7CB27F-7A56-A747-A4D6-5627C24638D9}"/>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7111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 Subtitle slide">
    <p:bg>
      <p:bgPr>
        <a:gradFill>
          <a:gsLst>
            <a:gs pos="100000">
              <a:schemeClr val="accent4"/>
            </a:gs>
            <a:gs pos="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1280159" y="3383280"/>
            <a:ext cx="10302240" cy="1852046"/>
          </a:xfrm>
        </p:spPr>
        <p:txBody>
          <a:bodyPr lIns="0" tIns="274320" rIns="0" bIns="0" anchor="t" anchorCtr="0"/>
          <a:lstStyle>
            <a:lvl1pPr algn="l">
              <a:lnSpc>
                <a:spcPts val="5400"/>
              </a:lnSpc>
              <a:defRPr sz="5400" b="1" i="0" cap="all" spc="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hasCustomPrompt="1"/>
          </p:nvPr>
        </p:nvSpPr>
        <p:spPr>
          <a:xfrm>
            <a:off x="1280158" y="2966886"/>
            <a:ext cx="10302237" cy="397191"/>
          </a:xfrm>
        </p:spPr>
        <p:txBody>
          <a:bodyPr lIns="0" tIns="0" rIns="0" bIns="0" anchor="b" anchorCtr="0">
            <a:norm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a:off x="10897692" y="620298"/>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cxnSp>
        <p:nvCxnSpPr>
          <p:cNvPr id="5" name="Straight Connector 4">
            <a:extLst>
              <a:ext uri="{FF2B5EF4-FFF2-40B4-BE49-F238E27FC236}">
                <a16:creationId xmlns:a16="http://schemas.microsoft.com/office/drawing/2014/main" id="{57912362-D30D-7B0B-BA94-0993B1EBC4E4}"/>
              </a:ext>
              <a:ext uri="{C183D7F6-B498-43B3-948B-1728B52AA6E4}">
                <adec:decorative xmlns:adec="http://schemas.microsoft.com/office/drawing/2017/decorative" val="1"/>
              </a:ext>
            </a:extLst>
          </p:cNvPr>
          <p:cNvCxnSpPr>
            <a:cxnSpLocks/>
          </p:cNvCxnSpPr>
          <p:nvPr userDrawn="1"/>
        </p:nvCxnSpPr>
        <p:spPr>
          <a:xfrm>
            <a:off x="1280160" y="0"/>
            <a:ext cx="0" cy="2775857"/>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7644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hasCustomPrompt="1"/>
          </p:nvPr>
        </p:nvSpPr>
        <p:spPr>
          <a:xfrm>
            <a:off x="1280160" y="685800"/>
            <a:ext cx="9137012" cy="1280160"/>
          </a:xfrm>
        </p:spPr>
        <p:txBody>
          <a:bodyPr lIns="0" tIns="0" rIns="0" bIns="0"/>
          <a:lstStyle>
            <a:lvl1pPr>
              <a:defRPr sz="4000" b="1" cap="all" spc="0" baseline="0"/>
            </a:lvl1pPr>
          </a:lstStyle>
          <a:p>
            <a:r>
              <a:rPr lang="en-US" dirty="0"/>
              <a:t>Click to add title</a:t>
            </a:r>
          </a:p>
        </p:txBody>
      </p:sp>
      <p:sp>
        <p:nvSpPr>
          <p:cNvPr id="15" name="Slide Number Placeholder 14">
            <a:extLst>
              <a:ext uri="{FF2B5EF4-FFF2-40B4-BE49-F238E27FC236}">
                <a16:creationId xmlns:a16="http://schemas.microsoft.com/office/drawing/2014/main" id="{0F91A5DB-A2CA-1D70-9A06-3869A288C924}"/>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hasCustomPrompt="1"/>
          </p:nvPr>
        </p:nvSpPr>
        <p:spPr>
          <a:xfrm>
            <a:off x="1280160" y="2327440"/>
            <a:ext cx="4846320" cy="4040574"/>
          </a:xfrm>
        </p:spPr>
        <p:txBody>
          <a:bodyPr lIns="0" tIns="0" rIns="0" bIns="0">
            <a:normAutofit/>
          </a:bodyPr>
          <a:lstStyle>
            <a:lvl1pPr marL="0" indent="0">
              <a:spcAft>
                <a:spcPts val="0"/>
              </a:spcAft>
              <a:buNone/>
              <a:defRPr sz="1800"/>
            </a:lvl1pPr>
            <a:lvl2pPr marL="228600">
              <a:spcBef>
                <a:spcPts val="1200"/>
              </a:spcBef>
              <a:defRPr sz="1800"/>
            </a:lvl2pPr>
            <a:lvl3pPr marL="685800">
              <a:spcBef>
                <a:spcPts val="1200"/>
              </a:spcBef>
              <a:defRPr sz="1800"/>
            </a:lvl3pPr>
            <a:lvl4pPr marL="1143000">
              <a:spcBef>
                <a:spcPts val="1200"/>
              </a:spcBef>
              <a:defRPr sz="1800"/>
            </a:lvl4pPr>
            <a:lvl5pPr marL="16002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6723402" y="2327441"/>
            <a:ext cx="4846320" cy="4040574"/>
          </a:xfrm>
        </p:spPr>
        <p:txBody>
          <a:bodyPr lIns="0" tIns="0" rIns="0" bIns="0">
            <a:normAutofit/>
          </a:bodyPr>
          <a:lstStyle>
            <a:lvl1pPr marL="0" indent="0">
              <a:spcAft>
                <a:spcPts val="0"/>
              </a:spcAft>
              <a:buNone/>
              <a:defRPr sz="1800"/>
            </a:lvl1pPr>
            <a:lvl2pPr marL="228600">
              <a:spcBef>
                <a:spcPts val="1200"/>
              </a:spcBef>
              <a:defRPr sz="1800"/>
            </a:lvl2pPr>
            <a:lvl3pPr marL="685800">
              <a:spcBef>
                <a:spcPts val="1200"/>
              </a:spcBef>
              <a:defRPr sz="1800"/>
            </a:lvl3pPr>
            <a:lvl4pPr marL="1143000">
              <a:spcBef>
                <a:spcPts val="1200"/>
              </a:spcBef>
              <a:defRPr sz="1800"/>
            </a:lvl4pPr>
            <a:lvl5pPr marL="16002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0" name="Straight Connector 9">
            <a:extLst>
              <a:ext uri="{FF2B5EF4-FFF2-40B4-BE49-F238E27FC236}">
                <a16:creationId xmlns:a16="http://schemas.microsoft.com/office/drawing/2014/main" id="{160F34ED-DA60-4CC2-B735-B0EC5D9FEA35}"/>
              </a:ext>
              <a:ext uri="{C183D7F6-B498-43B3-948B-1728B52AA6E4}">
                <adec:decorative xmlns:adec="http://schemas.microsoft.com/office/drawing/2017/decorative" val="1"/>
              </a:ext>
            </a:extLst>
          </p:cNvPr>
          <p:cNvCxnSpPr>
            <a:cxnSpLocks/>
          </p:cNvCxnSpPr>
          <p:nvPr/>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2" name="Graphic 15">
            <a:extLst>
              <a:ext uri="{FF2B5EF4-FFF2-40B4-BE49-F238E27FC236}">
                <a16:creationId xmlns:a16="http://schemas.microsoft.com/office/drawing/2014/main" id="{A9475260-301F-4744-B1DA-7B00F6FB4342}"/>
              </a:ext>
              <a:ext uri="{C183D7F6-B498-43B3-948B-1728B52AA6E4}">
                <adec:decorative xmlns:adec="http://schemas.microsoft.com/office/drawing/2017/decorative" val="1"/>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14" name="Graphic 16">
            <a:extLst>
              <a:ext uri="{FF2B5EF4-FFF2-40B4-BE49-F238E27FC236}">
                <a16:creationId xmlns:a16="http://schemas.microsoft.com/office/drawing/2014/main" id="{9BBD3F4B-0836-48C5-AC68-747456D1DD50}"/>
              </a:ext>
              <a:ext uri="{C183D7F6-B498-43B3-948B-1728B52AA6E4}">
                <adec:decorative xmlns:adec="http://schemas.microsoft.com/office/drawing/2017/decorative" val="1"/>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16" name="Graphic 14">
            <a:extLst>
              <a:ext uri="{FF2B5EF4-FFF2-40B4-BE49-F238E27FC236}">
                <a16:creationId xmlns:a16="http://schemas.microsoft.com/office/drawing/2014/main" id="{9B4398D5-99F4-4F83-AA77-9B4177648CAF}"/>
              </a:ext>
              <a:ext uri="{C183D7F6-B498-43B3-948B-1728B52AA6E4}">
                <adec:decorative xmlns:adec="http://schemas.microsoft.com/office/drawing/2017/decorative" val="1"/>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
        <p:nvSpPr>
          <p:cNvPr id="13" name="Footer Placeholder 12">
            <a:extLst>
              <a:ext uri="{FF2B5EF4-FFF2-40B4-BE49-F238E27FC236}">
                <a16:creationId xmlns:a16="http://schemas.microsoft.com/office/drawing/2014/main" id="{6D6A69CF-70D6-AB12-CD8B-FD75B7EE1420}"/>
              </a:ext>
            </a:extLst>
          </p:cNvPr>
          <p:cNvSpPr>
            <a:spLocks noGrp="1"/>
          </p:cNvSpPr>
          <p:nvPr>
            <p:ph type="ftr" sz="quarter" idx="11"/>
          </p:nvPr>
        </p:nvSpPr>
        <p:spPr>
          <a:xfrm>
            <a:off x="1280160" y="6356350"/>
            <a:ext cx="4114800" cy="365125"/>
          </a:xfrm>
        </p:spPr>
        <p:txBody>
          <a:bodyPr/>
          <a:lstStyle>
            <a:lvl1pPr algn="l">
              <a:defRPr/>
            </a:lvl1pPr>
          </a:lstStyle>
          <a:p>
            <a:endParaRPr lang="en-US" dirty="0"/>
          </a:p>
        </p:txBody>
      </p:sp>
    </p:spTree>
    <p:extLst>
      <p:ext uri="{BB962C8B-B14F-4D97-AF65-F5344CB8AC3E}">
        <p14:creationId xmlns:p14="http://schemas.microsoft.com/office/powerpoint/2010/main" val="937595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EFE408-BFE1-16DC-F7C6-47F55C171AC6}"/>
              </a:ext>
              <a:ext uri="{C183D7F6-B498-43B3-948B-1728B52AA6E4}">
                <adec:decorative xmlns:adec="http://schemas.microsoft.com/office/drawing/2017/decorative" val="1"/>
              </a:ext>
            </a:extLst>
          </p:cNvPr>
          <p:cNvSpPr/>
          <p:nvPr userDrawn="1"/>
        </p:nvSpPr>
        <p:spPr>
          <a:xfrm>
            <a:off x="6412992" y="0"/>
            <a:ext cx="5779008"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6915572" y="685800"/>
            <a:ext cx="4754880" cy="5670550"/>
          </a:xfrm>
        </p:spPr>
        <p:txBody>
          <a:bodyPr lIns="0" tIns="0" rIns="0" bIns="0" anchor="ctr" anchorCtr="0"/>
          <a:lstStyle>
            <a:lvl1pPr algn="l">
              <a:defRPr sz="4000" b="1" cap="all" spc="0" baseline="0">
                <a:solidFill>
                  <a:schemeClr val="bg1"/>
                </a:solidFill>
              </a:defRPr>
            </a:lvl1pPr>
          </a:lstStyle>
          <a:p>
            <a:r>
              <a:rPr lang="en-US"/>
              <a:t>Click to edit Master title style</a:t>
            </a:r>
            <a:endParaRPr lang="en-US" dirty="0"/>
          </a:p>
        </p:txBody>
      </p:sp>
      <p:sp>
        <p:nvSpPr>
          <p:cNvPr id="22" name="Slide Number Placeholder 21">
            <a:extLst>
              <a:ext uri="{FF2B5EF4-FFF2-40B4-BE49-F238E27FC236}">
                <a16:creationId xmlns:a16="http://schemas.microsoft.com/office/drawing/2014/main" id="{4C0ED5DD-6381-0FFD-7B45-D21179A390B5}"/>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5">
            <a:extLst>
              <a:ext uri="{FF2B5EF4-FFF2-40B4-BE49-F238E27FC236}">
                <a16:creationId xmlns:a16="http://schemas.microsoft.com/office/drawing/2014/main" id="{F042E432-AE48-385B-DEA1-32129394CE76}"/>
              </a:ext>
            </a:extLst>
          </p:cNvPr>
          <p:cNvSpPr>
            <a:spLocks noGrp="1"/>
          </p:cNvSpPr>
          <p:nvPr>
            <p:ph sz="quarter" idx="15" hasCustomPrompt="1"/>
          </p:nvPr>
        </p:nvSpPr>
        <p:spPr>
          <a:xfrm>
            <a:off x="1279526" y="1533524"/>
            <a:ext cx="4663440" cy="1895475"/>
          </a:xfrm>
        </p:spPr>
        <p:txBody>
          <a:bodyPr lIns="0" tIns="0" rIns="0" bIns="0" anchor="t" anchorCtr="0">
            <a:noAutofit/>
          </a:bodyPr>
          <a:lstStyle>
            <a:lvl1pPr marL="342900" indent="-512064">
              <a:spcBef>
                <a:spcPts val="1000"/>
              </a:spcBef>
              <a:buFont typeface="+mj-lt"/>
              <a:buAutoNum type="arabicPeriod"/>
              <a:defRPr sz="1800"/>
            </a:lvl1pPr>
            <a:lvl2pPr marL="1028700" indent="-342900">
              <a:spcBef>
                <a:spcPts val="1200"/>
              </a:spcBef>
              <a:buFont typeface="+mj-lt"/>
              <a:buAutoNum type="alphaLcPeriod"/>
              <a:defRPr sz="1800"/>
            </a:lvl2pPr>
            <a:lvl3pPr marL="1257300" indent="-342900">
              <a:spcBef>
                <a:spcPts val="1200"/>
              </a:spcBef>
              <a:buFont typeface="+mj-lt"/>
              <a:buAutoNum type="arabicParenR"/>
              <a:defRPr sz="1800"/>
            </a:lvl3pPr>
            <a:lvl4pPr marL="1714500" indent="-342900">
              <a:spcBef>
                <a:spcPts val="1200"/>
              </a:spcBef>
              <a:buFont typeface="+mj-lt"/>
              <a:buAutoNum type="alphaLcParenR"/>
              <a:defRPr sz="1800"/>
            </a:lvl4pPr>
            <a:lvl5pPr marL="2228850" indent="-400050">
              <a:spcBef>
                <a:spcPts val="1200"/>
              </a:spcBef>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DF111B2E-0535-57E2-FE92-620F9307A956}"/>
              </a:ext>
            </a:extLst>
          </p:cNvPr>
          <p:cNvSpPr>
            <a:spLocks noGrp="1"/>
          </p:cNvSpPr>
          <p:nvPr>
            <p:ph sz="quarter" idx="13" hasCustomPrompt="1"/>
          </p:nvPr>
        </p:nvSpPr>
        <p:spPr>
          <a:xfrm>
            <a:off x="1280160" y="3482974"/>
            <a:ext cx="4663440" cy="1190033"/>
          </a:xfrm>
        </p:spPr>
        <p:txBody>
          <a:bodyPr lIns="0" tIns="0" rIns="0" bIns="0" anchor="t" anchorCtr="0">
            <a:noAutofit/>
          </a:bodyPr>
          <a:lstStyle>
            <a:lvl1pPr marL="0" indent="0">
              <a:spcBef>
                <a:spcPts val="1200"/>
              </a:spcBef>
              <a:buNone/>
              <a:defRPr sz="1800"/>
            </a:lvl1pPr>
            <a:lvl2pPr marL="457200" indent="0">
              <a:spcBef>
                <a:spcPts val="1200"/>
              </a:spcBef>
              <a:buNone/>
              <a:defRPr sz="1600"/>
            </a:lvl2pPr>
            <a:lvl3pPr marL="914400" indent="0">
              <a:spcBef>
                <a:spcPts val="1200"/>
              </a:spcBef>
              <a:buNone/>
              <a:defRPr sz="1400"/>
            </a:lvl3pPr>
            <a:lvl4pPr marL="1371600" indent="0">
              <a:spcBef>
                <a:spcPts val="1200"/>
              </a:spcBef>
              <a:buNone/>
              <a:defRPr sz="1200"/>
            </a:lvl4pPr>
            <a:lvl5pPr marL="1828800" indent="0">
              <a:spcBef>
                <a:spcPts val="1200"/>
              </a:spcBef>
              <a:buNone/>
              <a:defRPr sz="1200"/>
            </a:lvl5pPr>
          </a:lstStyle>
          <a:p>
            <a:pPr lvl="0"/>
            <a:r>
              <a:rPr lang="en-US" dirty="0"/>
              <a:t>Click to add text</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1280160" y="4692058"/>
            <a:ext cx="4663440" cy="1584918"/>
          </a:xfrm>
        </p:spPr>
        <p:txBody>
          <a:bodyPr lIns="0" tIns="0" rIns="0" bIns="0" anchor="t" anchorCtr="0">
            <a:noAutofit/>
          </a:bodyPr>
          <a:lstStyle>
            <a:lvl1pPr>
              <a:spcBef>
                <a:spcPts val="1200"/>
              </a:spcBef>
              <a:defRPr sz="1800"/>
            </a:lvl1pPr>
            <a:lvl2pPr>
              <a:spcBef>
                <a:spcPts val="1200"/>
              </a:spcBef>
              <a:defRPr sz="1600"/>
            </a:lvl2pPr>
            <a:lvl3pPr>
              <a:spcBef>
                <a:spcPts val="1200"/>
              </a:spcBef>
              <a:defRPr sz="1400"/>
            </a:lvl3pPr>
            <a:lvl4pPr>
              <a:spcBef>
                <a:spcPts val="1200"/>
              </a:spcBef>
              <a:defRPr sz="1200"/>
            </a:lvl4pPr>
            <a:lvl5pPr>
              <a:spcBef>
                <a:spcPts val="1200"/>
              </a:spcBef>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Footer Placeholder 20">
            <a:extLst>
              <a:ext uri="{FF2B5EF4-FFF2-40B4-BE49-F238E27FC236}">
                <a16:creationId xmlns:a16="http://schemas.microsoft.com/office/drawing/2014/main" id="{34C23E1A-9E5E-DA12-8E11-83F486766E16}"/>
              </a:ext>
            </a:extLst>
          </p:cNvPr>
          <p:cNvSpPr>
            <a:spLocks noGrp="1"/>
          </p:cNvSpPr>
          <p:nvPr>
            <p:ph type="ftr" sz="quarter" idx="11"/>
          </p:nvPr>
        </p:nvSpPr>
        <p:spPr>
          <a:xfrm>
            <a:off x="1280160" y="6356350"/>
            <a:ext cx="4114800" cy="365125"/>
          </a:xfrm>
        </p:spPr>
        <p:txBody>
          <a:bodyPr lIns="0" rIns="91440"/>
          <a:lstStyle>
            <a:lvl1pPr algn="l">
              <a:defRPr/>
            </a:lvl1pPr>
          </a:lstStyle>
          <a:p>
            <a:endParaRPr lang="en-US" dirty="0"/>
          </a:p>
        </p:txBody>
      </p:sp>
      <p:cxnSp>
        <p:nvCxnSpPr>
          <p:cNvPr id="23" name="Straight Connector 22">
            <a:extLst>
              <a:ext uri="{FF2B5EF4-FFF2-40B4-BE49-F238E27FC236}">
                <a16:creationId xmlns:a16="http://schemas.microsoft.com/office/drawing/2014/main" id="{E3FE6E42-6A8F-C459-87EE-E2A5BAFA852B}"/>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9320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60" y="301752"/>
            <a:ext cx="4663438" cy="2441448"/>
          </a:xfrm>
        </p:spPr>
        <p:txBody>
          <a:bodyPr lIns="0" tIns="0" rIns="0" bIns="0" anchor="ctr" anchorCtr="0"/>
          <a:lstStyle>
            <a:lvl1pPr algn="l">
              <a:lnSpc>
                <a:spcPts val="4000"/>
              </a:lnSpc>
              <a:spcBef>
                <a:spcPts val="1000"/>
              </a:spcBef>
              <a:defRPr sz="4000" b="1" i="0" cap="all" spc="0" baseline="0"/>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a:xfrm>
            <a:off x="484632" y="726630"/>
            <a:ext cx="520991" cy="517379"/>
          </a:xfrm>
        </p:spPr>
        <p:txBody>
          <a:bodyPr/>
          <a:lstStyle>
            <a:lvl1pPr>
              <a:defRPr>
                <a:solidFill>
                  <a:schemeClr val="accent2"/>
                </a:solidFill>
              </a:defRPr>
            </a:lvl1pPr>
          </a:lstStyle>
          <a:p>
            <a:fld id="{D8DA9DAA-006C-4F4B-980E-E3DF019B24E2}" type="slidenum">
              <a:rPr lang="en-US" smtClean="0"/>
              <a:pPr/>
              <a:t>‹#›</a:t>
            </a:fld>
            <a:endParaRPr lang="en-US" dirty="0"/>
          </a:p>
        </p:txBody>
      </p:sp>
      <p:sp>
        <p:nvSpPr>
          <p:cNvPr id="8" name="Text Placeholder 4">
            <a:extLst>
              <a:ext uri="{FF2B5EF4-FFF2-40B4-BE49-F238E27FC236}">
                <a16:creationId xmlns:a16="http://schemas.microsoft.com/office/drawing/2014/main" id="{9FB40175-FA51-DA14-A5B2-CD06DE6ECC31}"/>
              </a:ext>
            </a:extLst>
          </p:cNvPr>
          <p:cNvSpPr>
            <a:spLocks noGrp="1"/>
          </p:cNvSpPr>
          <p:nvPr>
            <p:ph type="body" sz="quarter" idx="14"/>
          </p:nvPr>
        </p:nvSpPr>
        <p:spPr>
          <a:xfrm>
            <a:off x="1280161" y="2777067"/>
            <a:ext cx="4663440" cy="3550581"/>
          </a:xfrm>
        </p:spPr>
        <p:txBody>
          <a:bodyPr lIns="0" tIns="0" rIns="0" bIns="0">
            <a:noAutofit/>
          </a:bodyPr>
          <a:lstStyle>
            <a:lvl1pPr marL="0" indent="0">
              <a:lnSpc>
                <a:spcPct val="110000"/>
              </a:lnSpc>
              <a:buNone/>
              <a:defRPr sz="1800"/>
            </a:lvl1pPr>
            <a:lvl2pPr marL="228600">
              <a:lnSpc>
                <a:spcPct val="110000"/>
              </a:lnSpc>
              <a:defRPr sz="1600"/>
            </a:lvl2pPr>
            <a:lvl3pPr marL="457200">
              <a:lnSpc>
                <a:spcPct val="110000"/>
              </a:lnSpc>
              <a:defRPr sz="1400"/>
            </a:lvl3pPr>
            <a:lvl4pPr marL="685800">
              <a:lnSpc>
                <a:spcPct val="110000"/>
              </a:lnSpc>
              <a:defRPr sz="1200"/>
            </a:lvl4pPr>
            <a:lvl5pPr marL="914400">
              <a:lnSpc>
                <a:spcPct val="1100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8">
            <a:extLst>
              <a:ext uri="{FF2B5EF4-FFF2-40B4-BE49-F238E27FC236}">
                <a16:creationId xmlns:a16="http://schemas.microsoft.com/office/drawing/2014/main" id="{515930B2-E36D-4D05-A6B3-CA1BF61D50CC}"/>
              </a:ext>
              <a:ext uri="{C183D7F6-B498-43B3-948B-1728B52AA6E4}">
                <adec:decorative xmlns:adec="http://schemas.microsoft.com/office/drawing/2017/decorative" val="1"/>
              </a:ext>
            </a:extLst>
          </p:cNvPr>
          <p:cNvSpPr/>
          <p:nvPr userDrawn="1"/>
        </p:nvSpPr>
        <p:spPr>
          <a:xfrm>
            <a:off x="6412089"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12">
            <a:extLst>
              <a:ext uri="{FF2B5EF4-FFF2-40B4-BE49-F238E27FC236}">
                <a16:creationId xmlns:a16="http://schemas.microsoft.com/office/drawing/2014/main" id="{9CEC7E0F-60E8-418B-978D-C607C82E97F7}"/>
              </a:ext>
            </a:extLst>
          </p:cNvPr>
          <p:cNvSpPr>
            <a:spLocks noGrp="1"/>
          </p:cNvSpPr>
          <p:nvPr>
            <p:ph type="pic" sz="quarter" idx="13" hasCustomPrompt="1"/>
          </p:nvPr>
        </p:nvSpPr>
        <p:spPr>
          <a:xfrm>
            <a:off x="6695553" y="301752"/>
            <a:ext cx="5221224" cy="6263640"/>
          </a:xfrm>
        </p:spPr>
        <p:txBody>
          <a:bodyPr tIns="914400" anchor="t" anchorCtr="0"/>
          <a:lstStyle>
            <a:lvl1pPr algn="ctr">
              <a:buNone/>
              <a:defRPr>
                <a:solidFill>
                  <a:schemeClr val="bg1"/>
                </a:solidFill>
              </a:defRPr>
            </a:lvl1pPr>
          </a:lstStyle>
          <a:p>
            <a:r>
              <a:rPr lang="en-US" dirty="0"/>
              <a:t>Click to add picture</a:t>
            </a:r>
          </a:p>
        </p:txBody>
      </p:sp>
      <p:sp>
        <p:nvSpPr>
          <p:cNvPr id="10" name="Footer Placeholder 8">
            <a:extLst>
              <a:ext uri="{FF2B5EF4-FFF2-40B4-BE49-F238E27FC236}">
                <a16:creationId xmlns:a16="http://schemas.microsoft.com/office/drawing/2014/main" id="{7A4AE671-C203-0370-2888-FC8F7D444D11}"/>
              </a:ext>
            </a:extLst>
          </p:cNvPr>
          <p:cNvSpPr>
            <a:spLocks noGrp="1"/>
          </p:cNvSpPr>
          <p:nvPr>
            <p:ph type="ftr" sz="quarter" idx="17"/>
          </p:nvPr>
        </p:nvSpPr>
        <p:spPr>
          <a:xfrm>
            <a:off x="1280160" y="6356350"/>
            <a:ext cx="4434825" cy="365125"/>
          </a:xfrm>
        </p:spPr>
        <p:txBody>
          <a:bodyPr/>
          <a:lstStyle>
            <a:lvl1pPr algn="l">
              <a:defRPr/>
            </a:lvl1pPr>
          </a:lstStyle>
          <a:p>
            <a:endParaRPr lang="en-US" dirty="0"/>
          </a:p>
        </p:txBody>
      </p:sp>
      <p:cxnSp>
        <p:nvCxnSpPr>
          <p:cNvPr id="3" name="Straight Connector 2">
            <a:extLst>
              <a:ext uri="{FF2B5EF4-FFF2-40B4-BE49-F238E27FC236}">
                <a16:creationId xmlns:a16="http://schemas.microsoft.com/office/drawing/2014/main" id="{1792BFA8-57AD-0B5C-2534-1E862B58DAB3}"/>
              </a:ext>
              <a:ext uri="{C183D7F6-B498-43B3-948B-1728B52AA6E4}">
                <adec:decorative xmlns:adec="http://schemas.microsoft.com/office/drawing/2017/decorative" val="1"/>
              </a:ext>
            </a:extLst>
          </p:cNvPr>
          <p:cNvCxnSpPr>
            <a:cxnSpLocks/>
          </p:cNvCxnSpPr>
          <p:nvPr userDrawn="1"/>
        </p:nvCxnSpPr>
        <p:spPr>
          <a:xfrm>
            <a:off x="745127"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6807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1280159" y="640080"/>
            <a:ext cx="4815836" cy="2103120"/>
          </a:xfrm>
        </p:spPr>
        <p:txBody>
          <a:bodyPr lIns="0" tIns="0" rIns="0" bIns="0" anchor="ctr" anchorCtr="0"/>
          <a:lstStyle>
            <a:lvl1pPr algn="l">
              <a:defRPr sz="4000" b="1" cap="all" spc="0" baseline="0">
                <a:solidFill>
                  <a:schemeClr val="tx1"/>
                </a:solidFill>
              </a:defRPr>
            </a:lvl1pPr>
          </a:lstStyle>
          <a:p>
            <a:r>
              <a:rPr lang="en-US" dirty="0"/>
              <a:t>Click to add title</a:t>
            </a:r>
          </a:p>
        </p:txBody>
      </p:sp>
      <p:sp>
        <p:nvSpPr>
          <p:cNvPr id="16" name="Slide Number Placeholder 15">
            <a:extLst>
              <a:ext uri="{FF2B5EF4-FFF2-40B4-BE49-F238E27FC236}">
                <a16:creationId xmlns:a16="http://schemas.microsoft.com/office/drawing/2014/main" id="{6183E8BD-29F0-8F9F-FC7D-73F8067BCDDF}"/>
              </a:ext>
            </a:extLst>
          </p:cNvPr>
          <p:cNvSpPr>
            <a:spLocks noGrp="1"/>
          </p:cNvSpPr>
          <p:nvPr>
            <p:ph type="sldNum" sz="quarter" idx="20"/>
          </p:nvPr>
        </p:nvSpPr>
        <p:spPr/>
        <p:txBody>
          <a:bodyPr/>
          <a:lstStyle>
            <a:lvl1pPr>
              <a:defRPr>
                <a:solidFill>
                  <a:schemeClr val="accent2"/>
                </a:solidFill>
              </a:defRPr>
            </a:lvl1pPr>
          </a:lstStyle>
          <a:p>
            <a:fld id="{D8DA9DAA-006C-4F4B-980E-E3DF019B24E2}" type="slidenum">
              <a:rPr lang="en-US" smtClean="0"/>
              <a:pPr/>
              <a:t>‹#›</a:t>
            </a:fld>
            <a:endParaRPr lang="en-US" dirty="0"/>
          </a:p>
        </p:txBody>
      </p:sp>
      <p:sp>
        <p:nvSpPr>
          <p:cNvPr id="15" name="Content Placeholder 2">
            <a:extLst>
              <a:ext uri="{FF2B5EF4-FFF2-40B4-BE49-F238E27FC236}">
                <a16:creationId xmlns:a16="http://schemas.microsoft.com/office/drawing/2014/main" id="{5C983CA3-739C-6C20-AFE0-0997370354B4}"/>
              </a:ext>
            </a:extLst>
          </p:cNvPr>
          <p:cNvSpPr>
            <a:spLocks noGrp="1"/>
          </p:cNvSpPr>
          <p:nvPr>
            <p:ph idx="1" hasCustomPrompt="1"/>
          </p:nvPr>
        </p:nvSpPr>
        <p:spPr>
          <a:xfrm>
            <a:off x="6531427" y="640080"/>
            <a:ext cx="5122889" cy="2103120"/>
          </a:xfrm>
        </p:spPr>
        <p:txBody>
          <a:bodyPr lIns="0" tIns="0" rIns="0" bIns="0" anchor="ctr" anchorCtr="0">
            <a:normAutofit/>
          </a:bodyPr>
          <a:lstStyle>
            <a:lvl1pPr marL="0" indent="0">
              <a:lnSpc>
                <a:spcPct val="110000"/>
              </a:lnSpc>
              <a:buNone/>
              <a:defRPr sz="1800">
                <a:solidFill>
                  <a:schemeClr val="tx1"/>
                </a:solidFill>
              </a:defRPr>
            </a:lvl1pPr>
            <a:lvl2pPr marL="228600">
              <a:lnSpc>
                <a:spcPct val="100000"/>
              </a:lnSpc>
              <a:defRPr sz="1600">
                <a:solidFill>
                  <a:schemeClr val="tx1"/>
                </a:solidFill>
              </a:defRPr>
            </a:lvl2pPr>
            <a:lvl3pPr marL="457200">
              <a:lnSpc>
                <a:spcPct val="100000"/>
              </a:lnSpc>
              <a:defRPr sz="1400">
                <a:solidFill>
                  <a:schemeClr val="tx1"/>
                </a:solidFill>
              </a:defRPr>
            </a:lvl3pPr>
            <a:lvl4pPr marL="685800">
              <a:lnSpc>
                <a:spcPct val="100000"/>
              </a:lnSpc>
              <a:defRPr sz="1200">
                <a:solidFill>
                  <a:schemeClr val="tx1"/>
                </a:solidFill>
              </a:defRPr>
            </a:lvl4pPr>
            <a:lvl5pP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cxnSp>
        <p:nvCxnSpPr>
          <p:cNvPr id="4" name="Straight Connector 3">
            <a:extLst>
              <a:ext uri="{FF2B5EF4-FFF2-40B4-BE49-F238E27FC236}">
                <a16:creationId xmlns:a16="http://schemas.microsoft.com/office/drawing/2014/main" id="{4BC9F29C-BBE9-AFB4-AFC6-30BCA4EB2AFA}"/>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CBC4D286-C480-B4CF-4406-CACC323F9FAD}"/>
              </a:ext>
            </a:extLst>
          </p:cNvPr>
          <p:cNvSpPr>
            <a:spLocks noGrp="1"/>
          </p:cNvSpPr>
          <p:nvPr>
            <p:ph idx="21" hasCustomPrompt="1"/>
          </p:nvPr>
        </p:nvSpPr>
        <p:spPr>
          <a:xfrm>
            <a:off x="1280160" y="3017520"/>
            <a:ext cx="10374152" cy="3208866"/>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0BEE2817-4518-D59A-BD13-29A3D4FE64F0}"/>
              </a:ext>
            </a:extLst>
          </p:cNvPr>
          <p:cNvSpPr>
            <a:spLocks noGrp="1"/>
          </p:cNvSpPr>
          <p:nvPr>
            <p:ph type="ftr" sz="quarter" idx="19"/>
          </p:nvPr>
        </p:nvSpPr>
        <p:spPr>
          <a:xfrm>
            <a:off x="7539516" y="6356350"/>
            <a:ext cx="4114800" cy="365125"/>
          </a:xfrm>
        </p:spPr>
        <p:txBody>
          <a:bodyPr/>
          <a:lstStyle/>
          <a:p>
            <a:endParaRPr lang="en-US" dirty="0"/>
          </a:p>
        </p:txBody>
      </p:sp>
    </p:spTree>
    <p:extLst>
      <p:ext uri="{BB962C8B-B14F-4D97-AF65-F5344CB8AC3E}">
        <p14:creationId xmlns:p14="http://schemas.microsoft.com/office/powerpoint/2010/main" val="1068905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1280159" y="4970638"/>
            <a:ext cx="9144000" cy="1280160"/>
          </a:xfrm>
        </p:spPr>
        <p:txBody>
          <a:bodyPr lIns="0" tIns="0" rIns="0" bIns="0" anchor="b" anchorCtr="0"/>
          <a:lstStyle>
            <a:lvl1pPr algn="l">
              <a:defRPr sz="4000" b="1" cap="all" spc="0" baseline="0">
                <a:solidFill>
                  <a:schemeClr val="tx1"/>
                </a:solidFill>
              </a:defRPr>
            </a:lvl1pPr>
          </a:lstStyle>
          <a:p>
            <a:r>
              <a:rPr lang="en-US"/>
              <a:t>Click to edit Master title style</a:t>
            </a:r>
            <a:endParaRPr lang="en-US" dirty="0"/>
          </a:p>
        </p:txBody>
      </p:sp>
      <p:sp>
        <p:nvSpPr>
          <p:cNvPr id="22" name="Slide Number Placeholder 21">
            <a:extLst>
              <a:ext uri="{FF2B5EF4-FFF2-40B4-BE49-F238E27FC236}">
                <a16:creationId xmlns:a16="http://schemas.microsoft.com/office/drawing/2014/main" id="{F0626849-9D2D-3C95-8C10-FA8F325FE9AA}"/>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hasCustomPrompt="1"/>
          </p:nvPr>
        </p:nvSpPr>
        <p:spPr>
          <a:xfrm>
            <a:off x="1280160" y="685800"/>
            <a:ext cx="4937760" cy="4023360"/>
          </a:xfrm>
        </p:spPr>
        <p:txBody>
          <a:bodyPr lIns="0" tIns="0" rIns="0" bIns="0">
            <a:noAutofit/>
          </a:bodyPr>
          <a:lstStyle>
            <a:lvl1pPr marL="0" indent="0">
              <a:spcBef>
                <a:spcPts val="1200"/>
              </a:spcBef>
              <a:buNone/>
              <a:defRPr sz="1800"/>
            </a:lvl1pPr>
            <a:lvl2pPr marL="457200">
              <a:spcBef>
                <a:spcPts val="1200"/>
              </a:spcBef>
              <a:defRPr sz="1800"/>
            </a:lvl2pPr>
            <a:lvl3pPr marL="914400">
              <a:spcBef>
                <a:spcPts val="1200"/>
              </a:spcBef>
              <a:defRPr sz="1800"/>
            </a:lvl3pPr>
            <a:lvl4pPr marL="1371600">
              <a:spcBef>
                <a:spcPts val="1200"/>
              </a:spcBef>
              <a:defRPr sz="1800"/>
            </a:lvl4pPr>
            <a:lvl5pPr marL="18288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6704755" y="685800"/>
            <a:ext cx="4937760" cy="4023360"/>
          </a:xfrm>
        </p:spPr>
        <p:txBody>
          <a:bodyPr lIns="0" tIns="0" rIns="0" bIns="0">
            <a:noAutofit/>
          </a:bodyPr>
          <a:lstStyle>
            <a:lvl1pPr>
              <a:spcBef>
                <a:spcPts val="1200"/>
              </a:spcBef>
              <a:defRPr sz="1800"/>
            </a:lvl1pPr>
            <a:lvl2pPr>
              <a:spcBef>
                <a:spcPts val="1200"/>
              </a:spcBef>
              <a:defRPr sz="1800"/>
            </a:lvl2pPr>
            <a:lvl3pPr>
              <a:spcBef>
                <a:spcPts val="1200"/>
              </a:spcBef>
              <a:defRPr sz="1800"/>
            </a:lvl3pPr>
            <a:lvl4pPr>
              <a:spcBef>
                <a:spcPts val="1200"/>
              </a:spcBef>
              <a:defRPr sz="1800"/>
            </a:lvl4pPr>
            <a:lvl5pPr>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3" name="Group 12">
            <a:extLst>
              <a:ext uri="{FF2B5EF4-FFF2-40B4-BE49-F238E27FC236}">
                <a16:creationId xmlns:a16="http://schemas.microsoft.com/office/drawing/2014/main" id="{4717D91C-F78C-0E4C-FB27-7112AB840A1C}"/>
              </a:ext>
              <a:ext uri="{C183D7F6-B498-43B3-948B-1728B52AA6E4}">
                <adec:decorative xmlns:adec="http://schemas.microsoft.com/office/drawing/2017/decorative" val="1"/>
              </a:ext>
            </a:extLst>
          </p:cNvPr>
          <p:cNvGrpSpPr/>
          <p:nvPr userDrawn="1"/>
        </p:nvGrpSpPr>
        <p:grpSpPr>
          <a:xfrm>
            <a:off x="5322570" y="5680647"/>
            <a:ext cx="465456" cy="581432"/>
            <a:chOff x="7843462" y="2744546"/>
            <a:chExt cx="465456" cy="581432"/>
          </a:xfrm>
        </p:grpSpPr>
        <p:sp>
          <p:nvSpPr>
            <p:cNvPr id="15" name="Graphic 12">
              <a:extLst>
                <a:ext uri="{FF2B5EF4-FFF2-40B4-BE49-F238E27FC236}">
                  <a16:creationId xmlns:a16="http://schemas.microsoft.com/office/drawing/2014/main" id="{CC935CF3-75DF-0DC7-1B2A-E0E0205DF64B}"/>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17" name="Graphic 13">
              <a:extLst>
                <a:ext uri="{FF2B5EF4-FFF2-40B4-BE49-F238E27FC236}">
                  <a16:creationId xmlns:a16="http://schemas.microsoft.com/office/drawing/2014/main" id="{D5782BEB-6319-DEC1-F9ED-BA9201C6B9B7}"/>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18" name="Graphic 15">
              <a:extLst>
                <a:ext uri="{FF2B5EF4-FFF2-40B4-BE49-F238E27FC236}">
                  <a16:creationId xmlns:a16="http://schemas.microsoft.com/office/drawing/2014/main" id="{6E59DFAF-9794-BD12-D89A-422FFFFCE023}"/>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21" name="Footer Placeholder 20">
            <a:extLst>
              <a:ext uri="{FF2B5EF4-FFF2-40B4-BE49-F238E27FC236}">
                <a16:creationId xmlns:a16="http://schemas.microsoft.com/office/drawing/2014/main" id="{36444A47-BCB3-5C86-F2B8-25092BE8D9FF}"/>
              </a:ext>
            </a:extLst>
          </p:cNvPr>
          <p:cNvSpPr>
            <a:spLocks noGrp="1"/>
          </p:cNvSpPr>
          <p:nvPr>
            <p:ph type="ftr" sz="quarter" idx="11"/>
          </p:nvPr>
        </p:nvSpPr>
        <p:spPr>
          <a:xfrm>
            <a:off x="1280160" y="6356350"/>
            <a:ext cx="4114800" cy="365125"/>
          </a:xfrm>
        </p:spPr>
        <p:txBody>
          <a:bodyPr lIns="0" rIns="91440"/>
          <a:lstStyle>
            <a:lvl1pPr algn="l">
              <a:defRPr/>
            </a:lvl1pPr>
          </a:lstStyle>
          <a:p>
            <a:endParaRPr lang="en-US" dirty="0"/>
          </a:p>
        </p:txBody>
      </p:sp>
      <p:cxnSp>
        <p:nvCxnSpPr>
          <p:cNvPr id="23" name="Straight Connector 22">
            <a:extLst>
              <a:ext uri="{FF2B5EF4-FFF2-40B4-BE49-F238E27FC236}">
                <a16:creationId xmlns:a16="http://schemas.microsoft.com/office/drawing/2014/main" id="{C648C53D-49AB-C003-70E8-5117AF079715}"/>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A96BC1DE-6696-3408-564E-2D73B1266326}"/>
              </a:ext>
              <a:ext uri="{C183D7F6-B498-43B3-948B-1728B52AA6E4}">
                <adec:decorative xmlns:adec="http://schemas.microsoft.com/office/drawing/2017/decorative" val="1"/>
              </a:ext>
            </a:extLst>
          </p:cNvPr>
          <p:cNvGrpSpPr/>
          <p:nvPr userDrawn="1"/>
        </p:nvGrpSpPr>
        <p:grpSpPr>
          <a:xfrm rot="5400000">
            <a:off x="10711518" y="5393214"/>
            <a:ext cx="1097341" cy="736658"/>
            <a:chOff x="10508317" y="446637"/>
            <a:chExt cx="1097341" cy="736658"/>
          </a:xfrm>
        </p:grpSpPr>
        <p:sp>
          <p:nvSpPr>
            <p:cNvPr id="25" name="Graphic 15">
              <a:extLst>
                <a:ext uri="{FF2B5EF4-FFF2-40B4-BE49-F238E27FC236}">
                  <a16:creationId xmlns:a16="http://schemas.microsoft.com/office/drawing/2014/main" id="{268EB1E4-29D6-C3F5-BCBB-FB7E7EE5C25C}"/>
                </a:ext>
                <a:ext uri="{C183D7F6-B498-43B3-948B-1728B52AA6E4}">
                  <adec:decorative xmlns:adec="http://schemas.microsoft.com/office/drawing/2017/decorative" val="1"/>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26" name="Graphic 16">
              <a:extLst>
                <a:ext uri="{FF2B5EF4-FFF2-40B4-BE49-F238E27FC236}">
                  <a16:creationId xmlns:a16="http://schemas.microsoft.com/office/drawing/2014/main" id="{09524D46-140F-2F4F-430B-F59815A07CF1}"/>
                </a:ext>
                <a:ext uri="{C183D7F6-B498-43B3-948B-1728B52AA6E4}">
                  <adec:decorative xmlns:adec="http://schemas.microsoft.com/office/drawing/2017/decorative" val="1"/>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27" name="Graphic 14">
              <a:extLst>
                <a:ext uri="{FF2B5EF4-FFF2-40B4-BE49-F238E27FC236}">
                  <a16:creationId xmlns:a16="http://schemas.microsoft.com/office/drawing/2014/main" id="{AC75143B-C717-8D04-743C-B40FB5EFB21C}"/>
                </a:ext>
                <a:ext uri="{C183D7F6-B498-43B3-948B-1728B52AA6E4}">
                  <adec:decorative xmlns:adec="http://schemas.microsoft.com/office/drawing/2017/decorative" val="1"/>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4873764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hasCustomPrompt="1"/>
          </p:nvPr>
        </p:nvSpPr>
        <p:spPr>
          <a:xfrm>
            <a:off x="1280160" y="640080"/>
            <a:ext cx="10087699" cy="1280160"/>
          </a:xfrm>
        </p:spPr>
        <p:txBody>
          <a:bodyPr lIns="0" tIns="0" rIns="0" bIns="0" anchor="b" anchorCtr="0"/>
          <a:lstStyle>
            <a:lvl1pPr>
              <a:defRPr sz="4000" b="1" cap="all" baseline="0"/>
            </a:lvl1pPr>
          </a:lstStyle>
          <a:p>
            <a:r>
              <a:rPr lang="en-US" dirty="0"/>
              <a:t>Click to add title</a:t>
            </a:r>
          </a:p>
        </p:txBody>
      </p:sp>
      <p:sp>
        <p:nvSpPr>
          <p:cNvPr id="10" name="Slide Number Placeholder 9">
            <a:extLst>
              <a:ext uri="{FF2B5EF4-FFF2-40B4-BE49-F238E27FC236}">
                <a16:creationId xmlns:a16="http://schemas.microsoft.com/office/drawing/2014/main" id="{116B8DF0-B7E6-5032-C3C7-E457E793BE37}"/>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hasCustomPrompt="1"/>
          </p:nvPr>
        </p:nvSpPr>
        <p:spPr>
          <a:xfrm>
            <a:off x="1280160" y="2103119"/>
            <a:ext cx="10087699" cy="4114800"/>
          </a:xfrm>
        </p:spPr>
        <p:txBody>
          <a:bodyPr lIns="0" tIns="0" rIns="0" bIns="0"/>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a:extLst>
              <a:ext uri="{FF2B5EF4-FFF2-40B4-BE49-F238E27FC236}">
                <a16:creationId xmlns:a16="http://schemas.microsoft.com/office/drawing/2014/main" id="{5C05CAAB-DBA2-4548-AD5F-01BB97FBB207}"/>
              </a:ext>
              <a:ext uri="{C183D7F6-B498-43B3-948B-1728B52AA6E4}">
                <adec:decorative xmlns:adec="http://schemas.microsoft.com/office/drawing/2017/decorative" val="1"/>
              </a:ext>
            </a:extLst>
          </p:cNvPr>
          <p:cNvCxnSpPr>
            <a:cxnSpLocks/>
          </p:cNvCxnSpPr>
          <p:nvPr/>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DC5F4D40-ADE4-5EEB-436C-8563A49C55F8}"/>
              </a:ext>
            </a:extLst>
          </p:cNvPr>
          <p:cNvSpPr>
            <a:spLocks noGrp="1"/>
          </p:cNvSpPr>
          <p:nvPr>
            <p:ph type="ftr" sz="quarter" idx="11"/>
          </p:nvPr>
        </p:nvSpPr>
        <p:spPr>
          <a:xfrm>
            <a:off x="1280160" y="6356350"/>
            <a:ext cx="4114800" cy="365125"/>
          </a:xfrm>
        </p:spPr>
        <p:txBody>
          <a:bodyPr lIns="0"/>
          <a:lstStyle>
            <a:lvl1pPr algn="l">
              <a:defRPr/>
            </a:lvl1pPr>
          </a:lstStyle>
          <a:p>
            <a:endParaRPr lang="en-US" dirty="0"/>
          </a:p>
        </p:txBody>
      </p:sp>
    </p:spTree>
    <p:extLst>
      <p:ext uri="{BB962C8B-B14F-4D97-AF65-F5344CB8AC3E}">
        <p14:creationId xmlns:p14="http://schemas.microsoft.com/office/powerpoint/2010/main" val="33217450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Bubbles and Title 1">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a:xfrm>
            <a:off x="2792897" y="585216"/>
            <a:ext cx="8965094" cy="2276856"/>
          </a:xfrm>
        </p:spPr>
        <p:txBody>
          <a:bodyPr lIns="0" tIns="0" rIns="0" anchor="b"/>
          <a:lstStyle>
            <a:lvl1pPr algn="r">
              <a:lnSpc>
                <a:spcPts val="4800"/>
              </a:lnSpc>
              <a:defRPr sz="4800" b="1" cap="all" spc="0" baseline="0">
                <a:solidFill>
                  <a:schemeClr val="bg1"/>
                </a:solidFill>
              </a:defRPr>
            </a:lvl1pPr>
          </a:lstStyle>
          <a:p>
            <a:r>
              <a:rPr lang="en-US"/>
              <a:t>Click to edit Master title style</a:t>
            </a:r>
            <a:endParaRPr lang="en-US" dirty="0"/>
          </a:p>
        </p:txBody>
      </p:sp>
      <p:sp>
        <p:nvSpPr>
          <p:cNvPr id="7" name="Picture Placeholder 14">
            <a:extLst>
              <a:ext uri="{FF2B5EF4-FFF2-40B4-BE49-F238E27FC236}">
                <a16:creationId xmlns:a16="http://schemas.microsoft.com/office/drawing/2014/main" id="{FC9B12A4-113B-B3F6-5926-5C2A6F504ABA}"/>
              </a:ext>
            </a:extLst>
          </p:cNvPr>
          <p:cNvSpPr>
            <a:spLocks noGrp="1"/>
          </p:cNvSpPr>
          <p:nvPr>
            <p:ph type="pic" sz="quarter" idx="14" hasCustomPrompt="1"/>
          </p:nvPr>
        </p:nvSpPr>
        <p:spPr>
          <a:xfrm>
            <a:off x="1371606" y="3205313"/>
            <a:ext cx="3043077" cy="3043083"/>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
        <p:nvSpPr>
          <p:cNvPr id="16" name="Text Placeholder 15">
            <a:extLst>
              <a:ext uri="{FF2B5EF4-FFF2-40B4-BE49-F238E27FC236}">
                <a16:creationId xmlns:a16="http://schemas.microsoft.com/office/drawing/2014/main" id="{A928810C-E773-43AE-A2A1-4073955CC8DA}"/>
              </a:ext>
            </a:extLst>
          </p:cNvPr>
          <p:cNvSpPr>
            <a:spLocks noGrp="1"/>
          </p:cNvSpPr>
          <p:nvPr>
            <p:ph type="body" sz="quarter" idx="13" hasCustomPrompt="1"/>
          </p:nvPr>
        </p:nvSpPr>
        <p:spPr>
          <a:xfrm>
            <a:off x="5640609" y="3127248"/>
            <a:ext cx="6117381" cy="3017520"/>
          </a:xfrm>
        </p:spPr>
        <p:txBody>
          <a:bodyPr lIns="0" tIns="0" rIns="0" bIns="0">
            <a:normAutofit/>
          </a:bodyPr>
          <a:lstStyle>
            <a:lvl1pPr marL="0" indent="0" algn="r">
              <a:spcBef>
                <a:spcPts val="1200"/>
              </a:spcBef>
              <a:buNone/>
              <a:defRPr sz="2400">
                <a:solidFill>
                  <a:schemeClr val="bg1"/>
                </a:solidFill>
              </a:defRPr>
            </a:lvl1pPr>
          </a:lstStyle>
          <a:p>
            <a:pPr lvl="0"/>
            <a:r>
              <a:rPr lang="en-US" dirty="0"/>
              <a:t>Click to add text</a:t>
            </a:r>
          </a:p>
        </p:txBody>
      </p:sp>
      <p:grpSp>
        <p:nvGrpSpPr>
          <p:cNvPr id="3" name="Group 2">
            <a:extLst>
              <a:ext uri="{FF2B5EF4-FFF2-40B4-BE49-F238E27FC236}">
                <a16:creationId xmlns:a16="http://schemas.microsoft.com/office/drawing/2014/main" id="{8AF51D36-DB19-27CD-47E0-A4261648DA12}"/>
              </a:ext>
              <a:ext uri="{C183D7F6-B498-43B3-948B-1728B52AA6E4}">
                <adec:decorative xmlns:adec="http://schemas.microsoft.com/office/drawing/2017/decorative" val="1"/>
              </a:ext>
            </a:extLst>
          </p:cNvPr>
          <p:cNvGrpSpPr/>
          <p:nvPr userDrawn="1"/>
        </p:nvGrpSpPr>
        <p:grpSpPr>
          <a:xfrm rot="18614240">
            <a:off x="3975343" y="2819532"/>
            <a:ext cx="465456" cy="581432"/>
            <a:chOff x="7843462" y="2744546"/>
            <a:chExt cx="465456" cy="581432"/>
          </a:xfrm>
        </p:grpSpPr>
        <p:sp>
          <p:nvSpPr>
            <p:cNvPr id="4" name="Graphic 12">
              <a:extLst>
                <a:ext uri="{FF2B5EF4-FFF2-40B4-BE49-F238E27FC236}">
                  <a16:creationId xmlns:a16="http://schemas.microsoft.com/office/drawing/2014/main" id="{3EFED0E0-17D4-C5B0-09D0-B43338A856B3}"/>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5" name="Graphic 13">
              <a:extLst>
                <a:ext uri="{FF2B5EF4-FFF2-40B4-BE49-F238E27FC236}">
                  <a16:creationId xmlns:a16="http://schemas.microsoft.com/office/drawing/2014/main" id="{8F798BBE-9B6F-700D-08A1-09ABC5388CCE}"/>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6" name="Graphic 15">
              <a:extLst>
                <a:ext uri="{FF2B5EF4-FFF2-40B4-BE49-F238E27FC236}">
                  <a16:creationId xmlns:a16="http://schemas.microsoft.com/office/drawing/2014/main" id="{4AE2D1C5-9D85-9049-690C-3AFCE7E2DA56}"/>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cxnSp>
        <p:nvCxnSpPr>
          <p:cNvPr id="13" name="Straight Connector 12">
            <a:extLst>
              <a:ext uri="{FF2B5EF4-FFF2-40B4-BE49-F238E27FC236}">
                <a16:creationId xmlns:a16="http://schemas.microsoft.com/office/drawing/2014/main" id="{9D0FE75D-ACD3-655E-58A7-8F2C182760B4}"/>
              </a:ext>
              <a:ext uri="{C183D7F6-B498-43B3-948B-1728B52AA6E4}">
                <adec:decorative xmlns:adec="http://schemas.microsoft.com/office/drawing/2017/decorative" val="1"/>
              </a:ext>
            </a:extLst>
          </p:cNvPr>
          <p:cNvCxnSpPr>
            <a:cxnSpLocks/>
          </p:cNvCxnSpPr>
          <p:nvPr userDrawn="1"/>
        </p:nvCxnSpPr>
        <p:spPr>
          <a:xfrm>
            <a:off x="740664" y="3503032"/>
            <a:ext cx="0" cy="334609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93626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838200" y="136525"/>
            <a:ext cx="10515600" cy="1509713"/>
          </a:xfrm>
        </p:spPr>
        <p:txBody>
          <a:bodyPr/>
          <a:lstStyle/>
          <a:p>
            <a:r>
              <a:rPr lang="en-US" dirty="0"/>
              <a:t>Click to add title</a:t>
            </a:r>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a:xfrm>
            <a:off x="7239000" y="6356350"/>
            <a:ext cx="4114800" cy="365125"/>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a:xfrm>
            <a:off x="484632" y="726630"/>
            <a:ext cx="520991" cy="517379"/>
          </a:xfrm>
        </p:spPr>
        <p:txBody>
          <a:bodyPr/>
          <a:lstStyle/>
          <a:p>
            <a:fld id="{D8DA9DAA-006C-4F4B-980E-E3DF019B24E2}" type="slidenum">
              <a:rPr lang="en-US" smtClean="0"/>
              <a:t>‹#›</a:t>
            </a:fld>
            <a:endParaRPr lang="en-US" dirty="0"/>
          </a:p>
        </p:txBody>
      </p:sp>
      <p:cxnSp>
        <p:nvCxnSpPr>
          <p:cNvPr id="3" name="Straight Connector 2">
            <a:extLst>
              <a:ext uri="{FF2B5EF4-FFF2-40B4-BE49-F238E27FC236}">
                <a16:creationId xmlns:a16="http://schemas.microsoft.com/office/drawing/2014/main" id="{B5B2B208-F5B9-0151-C982-A389CB0B2996}"/>
              </a:ext>
              <a:ext uri="{C183D7F6-B498-43B3-948B-1728B52AA6E4}">
                <adec:decorative xmlns:adec="http://schemas.microsoft.com/office/drawing/2017/decorative" val="1"/>
              </a:ext>
            </a:extLst>
          </p:cNvPr>
          <p:cNvCxnSpPr>
            <a:cxnSpLocks/>
          </p:cNvCxnSpPr>
          <p:nvPr userDrawn="1"/>
        </p:nvCxnSpPr>
        <p:spPr>
          <a:xfrm>
            <a:off x="715890"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32910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0EEA6CA-DE1E-18ED-E69E-54A1372FE216}"/>
              </a:ext>
              <a:ext uri="{C183D7F6-B498-43B3-948B-1728B52AA6E4}">
                <adec:decorative xmlns:adec="http://schemas.microsoft.com/office/drawing/2017/decorative" val="1"/>
              </a:ext>
            </a:extLst>
          </p:cNvPr>
          <p:cNvCxnSpPr>
            <a:cxnSpLocks/>
          </p:cNvCxnSpPr>
          <p:nvPr userDrawn="1"/>
        </p:nvCxnSpPr>
        <p:spPr>
          <a:xfrm>
            <a:off x="715890"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8" name="Footer Placeholder 7">
            <a:extLst>
              <a:ext uri="{FF2B5EF4-FFF2-40B4-BE49-F238E27FC236}">
                <a16:creationId xmlns:a16="http://schemas.microsoft.com/office/drawing/2014/main" id="{2F973C81-5E94-41F6-CE15-3B4763B3ABE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C835B5C-F994-9D57-3118-919EE90F57E1}"/>
              </a:ext>
            </a:extLst>
          </p:cNvPr>
          <p:cNvSpPr>
            <a:spLocks noGrp="1"/>
          </p:cNvSpPr>
          <p:nvPr>
            <p:ph type="sldNum" sz="quarter" idx="12"/>
          </p:nvPr>
        </p:nvSpPr>
        <p:spPr/>
        <p:txBody>
          <a:bodyPr/>
          <a:lstStyle/>
          <a:p>
            <a:fld id="{D8DA9DAA-006C-4F4B-980E-E3DF019B24E2}" type="slidenum">
              <a:rPr lang="en-US" smtClean="0"/>
              <a:pPr/>
              <a:t>‹#›</a:t>
            </a:fld>
            <a:endParaRPr lang="en-US" dirty="0"/>
          </a:p>
        </p:txBody>
      </p:sp>
    </p:spTree>
    <p:extLst>
      <p:ext uri="{BB962C8B-B14F-4D97-AF65-F5344CB8AC3E}">
        <p14:creationId xmlns:p14="http://schemas.microsoft.com/office/powerpoint/2010/main" val="3840867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1435394" y="1"/>
            <a:ext cx="9918405" cy="164623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1435394" y="1825625"/>
            <a:ext cx="991840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486121" y="726630"/>
            <a:ext cx="520991" cy="517379"/>
          </a:xfrm>
          <a:prstGeom prst="rect">
            <a:avLst/>
          </a:prstGeom>
        </p:spPr>
        <p:txBody>
          <a:bodyPr vert="horz" lIns="0" tIns="0" rIns="0" bIns="0" rtlCol="0" anchor="t" anchorCtr="0"/>
          <a:lstStyle>
            <a:lvl1pPr algn="ctr">
              <a:defRPr sz="1800" b="1" i="0" cap="all" spc="100" baseline="0">
                <a:solidFill>
                  <a:schemeClr val="accent2"/>
                </a:solidFill>
              </a:defRPr>
            </a:lvl1pPr>
          </a:lstStyle>
          <a:p>
            <a:fld id="{D8DA9DAA-006C-4F4B-980E-E3DF019B24E2}" type="slidenum">
              <a:rPr lang="en-US" smtClean="0"/>
              <a:pPr/>
              <a:t>‹#›</a:t>
            </a:fld>
            <a:endParaRPr lang="en-US" dirty="0"/>
          </a:p>
        </p:txBody>
      </p:sp>
      <p:sp>
        <p:nvSpPr>
          <p:cNvPr id="4" name="Date Placeholder 3">
            <a:extLst>
              <a:ext uri="{FF2B5EF4-FFF2-40B4-BE49-F238E27FC236}">
                <a16:creationId xmlns:a16="http://schemas.microsoft.com/office/drawing/2014/main" id="{B1EF1C86-6A9C-D287-D381-5634A69BF1C8}"/>
              </a:ext>
            </a:extLst>
          </p:cNvPr>
          <p:cNvSpPr>
            <a:spLocks noGrp="1"/>
          </p:cNvSpPr>
          <p:nvPr>
            <p:ph type="dt" sz="half" idx="2"/>
          </p:nvPr>
        </p:nvSpPr>
        <p:spPr>
          <a:xfrm>
            <a:off x="1435394" y="6356350"/>
            <a:ext cx="2743200" cy="365125"/>
          </a:xfrm>
          <a:prstGeom prst="rect">
            <a:avLst/>
          </a:prstGeom>
        </p:spPr>
        <p:txBody>
          <a:bodyPr vert="horz" lIns="0" tIns="45720" rIns="91440" bIns="45720" rtlCol="0" anchor="ctr"/>
          <a:lstStyle>
            <a:lvl1pPr algn="l">
              <a:defRPr sz="1200">
                <a:solidFill>
                  <a:schemeClr val="tx1">
                    <a:tint val="75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621B8477-3F24-EDCB-C8AC-84336363918B}"/>
              </a:ext>
            </a:extLst>
          </p:cNvPr>
          <p:cNvSpPr>
            <a:spLocks noGrp="1"/>
          </p:cNvSpPr>
          <p:nvPr>
            <p:ph type="ftr" sz="quarter" idx="3"/>
          </p:nvPr>
        </p:nvSpPr>
        <p:spPr>
          <a:xfrm>
            <a:off x="7238999" y="6356350"/>
            <a:ext cx="4114800" cy="365125"/>
          </a:xfrm>
          <a:prstGeom prst="rect">
            <a:avLst/>
          </a:prstGeom>
        </p:spPr>
        <p:txBody>
          <a:bodyPr vert="horz" lIns="91440" tIns="45720" rIns="0" bIns="45720" rtlCol="0" anchor="ctr"/>
          <a:lstStyle>
            <a:lvl1pPr algn="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1999713800"/>
      </p:ext>
    </p:extLst>
  </p:cSld>
  <p:clrMap bg1="lt1" tx1="dk1" bg2="lt2" tx2="dk2" accent1="accent1" accent2="accent2" accent3="accent3" accent4="accent4" accent5="accent5" accent6="accent6" hlink="hlink" folHlink="folHlink"/>
  <p:sldLayoutIdLst>
    <p:sldLayoutId id="2147483708" r:id="rId1"/>
    <p:sldLayoutId id="2147483717" r:id="rId2"/>
    <p:sldLayoutId id="2147483728" r:id="rId3"/>
    <p:sldLayoutId id="2147483729" r:id="rId4"/>
    <p:sldLayoutId id="2147483710" r:id="rId5"/>
    <p:sldLayoutId id="2147483727" r:id="rId6"/>
    <p:sldLayoutId id="2147483701" r:id="rId7"/>
    <p:sldLayoutId id="2147483721" r:id="rId8"/>
    <p:sldLayoutId id="2147483720" r:id="rId9"/>
    <p:sldLayoutId id="2147483730" r:id="rId10"/>
    <p:sldLayoutId id="2147483722" r:id="rId11"/>
    <p:sldLayoutId id="2147483698" r:id="rId12"/>
    <p:sldLayoutId id="2147483732" r:id="rId13"/>
    <p:sldLayoutId id="2147483702" r:id="rId14"/>
    <p:sldLayoutId id="2147483703" r:id="rId15"/>
  </p:sldLayoutIdLst>
  <p:hf sldNum="0" hdr="0" ftr="0"/>
  <p:txStyles>
    <p:titleStyle>
      <a:lvl1pPr algn="l" defTabSz="914400" rtl="0" eaLnBrk="1" latinLnBrk="0" hangingPunct="1">
        <a:lnSpc>
          <a:spcPts val="4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5.jpe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1.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9968B-2619-4F71-AB00-4C493E120805}"/>
              </a:ext>
            </a:extLst>
          </p:cNvPr>
          <p:cNvSpPr>
            <a:spLocks noGrp="1"/>
          </p:cNvSpPr>
          <p:nvPr>
            <p:ph type="ctrTitle"/>
          </p:nvPr>
        </p:nvSpPr>
        <p:spPr>
          <a:xfrm>
            <a:off x="1280158" y="1352939"/>
            <a:ext cx="9506029" cy="1390262"/>
          </a:xfrm>
        </p:spPr>
        <p:txBody>
          <a:bodyPr/>
          <a:lstStyle/>
          <a:p>
            <a:r>
              <a:rPr lang="en-US" sz="4800" dirty="0"/>
              <a:t>Incident Management System (IMS)</a:t>
            </a:r>
          </a:p>
        </p:txBody>
      </p:sp>
      <p:sp>
        <p:nvSpPr>
          <p:cNvPr id="3" name="TextBox 2">
            <a:extLst>
              <a:ext uri="{FF2B5EF4-FFF2-40B4-BE49-F238E27FC236}">
                <a16:creationId xmlns:a16="http://schemas.microsoft.com/office/drawing/2014/main" id="{2DC31B2B-5B4E-4E37-7E14-396228FE412A}"/>
              </a:ext>
            </a:extLst>
          </p:cNvPr>
          <p:cNvSpPr txBox="1"/>
          <p:nvPr/>
        </p:nvSpPr>
        <p:spPr>
          <a:xfrm>
            <a:off x="1280158" y="429208"/>
            <a:ext cx="7686559" cy="584775"/>
          </a:xfrm>
          <a:prstGeom prst="rect">
            <a:avLst/>
          </a:prstGeom>
          <a:noFill/>
        </p:spPr>
        <p:txBody>
          <a:bodyPr wrap="square" rtlCol="0">
            <a:spAutoFit/>
          </a:bodyPr>
          <a:lstStyle/>
          <a:p>
            <a:r>
              <a:rPr lang="en-IN" sz="3200" b="1" dirty="0">
                <a:solidFill>
                  <a:schemeClr val="bg1"/>
                </a:solidFill>
              </a:rPr>
              <a:t>Project Title: </a:t>
            </a:r>
          </a:p>
        </p:txBody>
      </p:sp>
      <p:sp>
        <p:nvSpPr>
          <p:cNvPr id="5" name="TextBox 4">
            <a:extLst>
              <a:ext uri="{FF2B5EF4-FFF2-40B4-BE49-F238E27FC236}">
                <a16:creationId xmlns:a16="http://schemas.microsoft.com/office/drawing/2014/main" id="{D0D2D7FC-840C-6D80-D66E-E126CCF35DFB}"/>
              </a:ext>
            </a:extLst>
          </p:cNvPr>
          <p:cNvSpPr txBox="1"/>
          <p:nvPr/>
        </p:nvSpPr>
        <p:spPr>
          <a:xfrm>
            <a:off x="1280158" y="3428999"/>
            <a:ext cx="7929156" cy="1477328"/>
          </a:xfrm>
          <a:prstGeom prst="rect">
            <a:avLst/>
          </a:prstGeom>
          <a:noFill/>
        </p:spPr>
        <p:txBody>
          <a:bodyPr wrap="square" rtlCol="0">
            <a:spAutoFit/>
          </a:bodyPr>
          <a:lstStyle/>
          <a:p>
            <a:pPr algn="ctr"/>
            <a:r>
              <a:rPr lang="en-IN" b="1" dirty="0">
                <a:solidFill>
                  <a:schemeClr val="bg1"/>
                </a:solidFill>
              </a:rPr>
              <a:t>Group Member name			Roll no:</a:t>
            </a:r>
          </a:p>
          <a:p>
            <a:pPr algn="ctr"/>
            <a:r>
              <a:rPr lang="en-IN" b="1" dirty="0">
                <a:solidFill>
                  <a:schemeClr val="bg1"/>
                </a:solidFill>
              </a:rPr>
              <a:t>Khan Mohammed Kaif 			230825</a:t>
            </a:r>
          </a:p>
          <a:p>
            <a:pPr algn="ctr"/>
            <a:r>
              <a:rPr lang="en-IN" b="1" dirty="0">
                <a:solidFill>
                  <a:schemeClr val="bg1"/>
                </a:solidFill>
              </a:rPr>
              <a:t>Khan Daniyal 				230824</a:t>
            </a:r>
          </a:p>
          <a:p>
            <a:pPr algn="ctr"/>
            <a:r>
              <a:rPr lang="en-IN" b="1" dirty="0">
                <a:solidFill>
                  <a:schemeClr val="bg1"/>
                </a:solidFill>
              </a:rPr>
              <a:t>Khan Sara				230839</a:t>
            </a:r>
          </a:p>
          <a:p>
            <a:pPr algn="ctr"/>
            <a:r>
              <a:rPr lang="en-IN" b="1" dirty="0">
                <a:solidFill>
                  <a:schemeClr val="bg1"/>
                </a:solidFill>
              </a:rPr>
              <a:t>Shaikh Armaan 				230842</a:t>
            </a:r>
          </a:p>
        </p:txBody>
      </p:sp>
    </p:spTree>
    <p:extLst>
      <p:ext uri="{BB962C8B-B14F-4D97-AF65-F5344CB8AC3E}">
        <p14:creationId xmlns:p14="http://schemas.microsoft.com/office/powerpoint/2010/main" val="2955403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243DF-1FE9-01BE-435F-1729F4AB3DE4}"/>
              </a:ext>
            </a:extLst>
          </p:cNvPr>
          <p:cNvSpPr>
            <a:spLocks noGrp="1"/>
          </p:cNvSpPr>
          <p:nvPr>
            <p:ph type="title"/>
          </p:nvPr>
        </p:nvSpPr>
        <p:spPr>
          <a:xfrm>
            <a:off x="749817" y="867747"/>
            <a:ext cx="6061530" cy="886408"/>
          </a:xfrm>
        </p:spPr>
        <p:txBody>
          <a:bodyPr/>
          <a:lstStyle/>
          <a:p>
            <a:pPr algn="ctr"/>
            <a:r>
              <a:rPr lang="en-US" dirty="0"/>
              <a:t>Contents Include:</a:t>
            </a:r>
          </a:p>
        </p:txBody>
      </p:sp>
      <p:pic>
        <p:nvPicPr>
          <p:cNvPr id="6" name="Picture Placeholder 5" descr="Mountains at sunset">
            <a:extLst>
              <a:ext uri="{FF2B5EF4-FFF2-40B4-BE49-F238E27FC236}">
                <a16:creationId xmlns:a16="http://schemas.microsoft.com/office/drawing/2014/main" id="{B520C53E-8329-74AB-5229-BCDE630B2E13}"/>
              </a:ext>
            </a:extLst>
          </p:cNvPr>
          <p:cNvPicPr>
            <a:picLocks noGrp="1" noChangeAspect="1"/>
          </p:cNvPicPr>
          <p:nvPr>
            <p:ph type="pic" sz="quarter" idx="14"/>
          </p:nvPr>
        </p:nvPicPr>
        <p:blipFill rotWithShape="1">
          <a:blip r:embed="rId3"/>
          <a:srcRect t="21" b="21"/>
          <a:stretch/>
        </p:blipFill>
        <p:spPr>
          <a:xfrm>
            <a:off x="8075582" y="94768"/>
            <a:ext cx="3707972" cy="3707971"/>
          </a:xfrm>
        </p:spPr>
      </p:pic>
      <p:sp>
        <p:nvSpPr>
          <p:cNvPr id="8" name="TextBox 7">
            <a:extLst>
              <a:ext uri="{FF2B5EF4-FFF2-40B4-BE49-F238E27FC236}">
                <a16:creationId xmlns:a16="http://schemas.microsoft.com/office/drawing/2014/main" id="{FE3DA401-7993-F843-B516-A5EC7F12E8D0}"/>
              </a:ext>
            </a:extLst>
          </p:cNvPr>
          <p:cNvSpPr txBox="1"/>
          <p:nvPr/>
        </p:nvSpPr>
        <p:spPr>
          <a:xfrm>
            <a:off x="749817" y="2052735"/>
            <a:ext cx="6901285" cy="2862322"/>
          </a:xfrm>
          <a:prstGeom prst="rect">
            <a:avLst/>
          </a:prstGeom>
          <a:noFill/>
        </p:spPr>
        <p:txBody>
          <a:bodyPr wrap="square" rtlCol="0">
            <a:spAutoFit/>
          </a:bodyPr>
          <a:lstStyle/>
          <a:p>
            <a:pPr marL="342900" indent="-342900">
              <a:buAutoNum type="arabicPeriod"/>
            </a:pPr>
            <a:r>
              <a:rPr lang="en-IN" sz="2000" dirty="0">
                <a:solidFill>
                  <a:schemeClr val="bg1"/>
                </a:solidFill>
              </a:rPr>
              <a:t>Overview of project </a:t>
            </a:r>
          </a:p>
          <a:p>
            <a:pPr marL="342900" indent="-342900">
              <a:buAutoNum type="arabicPeriod"/>
            </a:pPr>
            <a:r>
              <a:rPr lang="en-IN" sz="2000" dirty="0">
                <a:solidFill>
                  <a:schemeClr val="bg1"/>
                </a:solidFill>
              </a:rPr>
              <a:t>Existing System</a:t>
            </a:r>
          </a:p>
          <a:p>
            <a:pPr marL="342900" indent="-342900">
              <a:buAutoNum type="arabicPeriod"/>
            </a:pPr>
            <a:r>
              <a:rPr lang="en-IN" sz="2000" dirty="0">
                <a:solidFill>
                  <a:schemeClr val="bg1"/>
                </a:solidFill>
              </a:rPr>
              <a:t>Proposed System</a:t>
            </a:r>
          </a:p>
          <a:p>
            <a:pPr marL="342900" indent="-342900">
              <a:buAutoNum type="arabicPeriod"/>
            </a:pPr>
            <a:r>
              <a:rPr lang="en-IN" sz="2000" dirty="0">
                <a:solidFill>
                  <a:schemeClr val="bg1"/>
                </a:solidFill>
              </a:rPr>
              <a:t>Problem Statement</a:t>
            </a:r>
          </a:p>
          <a:p>
            <a:pPr marL="342900" indent="-342900">
              <a:buAutoNum type="arabicPeriod"/>
            </a:pPr>
            <a:r>
              <a:rPr lang="en-IN" sz="2000" dirty="0">
                <a:solidFill>
                  <a:schemeClr val="bg1"/>
                </a:solidFill>
              </a:rPr>
              <a:t>Objective and Scope of the project </a:t>
            </a:r>
          </a:p>
          <a:p>
            <a:pPr marL="342900" indent="-342900">
              <a:buAutoNum type="arabicPeriod"/>
            </a:pPr>
            <a:r>
              <a:rPr lang="en-IN" sz="2000" dirty="0">
                <a:solidFill>
                  <a:schemeClr val="bg1"/>
                </a:solidFill>
              </a:rPr>
              <a:t>System Requirements: Hardware, Software </a:t>
            </a:r>
          </a:p>
          <a:p>
            <a:pPr marL="342900" indent="-342900">
              <a:buFontTx/>
              <a:buAutoNum type="arabicPeriod"/>
            </a:pPr>
            <a:r>
              <a:rPr lang="en-IN" sz="2000" dirty="0">
                <a:solidFill>
                  <a:schemeClr val="bg1"/>
                </a:solidFill>
              </a:rPr>
              <a:t>Seminar Topics </a:t>
            </a:r>
          </a:p>
          <a:p>
            <a:pPr marL="342900" indent="-342900">
              <a:buFontTx/>
              <a:buAutoNum type="arabicPeriod"/>
            </a:pPr>
            <a:r>
              <a:rPr lang="en-IN" sz="2000" dirty="0">
                <a:solidFill>
                  <a:schemeClr val="bg1"/>
                </a:solidFill>
              </a:rPr>
              <a:t>Seminar Topic Explanation</a:t>
            </a:r>
          </a:p>
          <a:p>
            <a:pPr marL="342900" indent="-342900">
              <a:buFontTx/>
              <a:buAutoNum type="arabicPeriod"/>
            </a:pPr>
            <a:r>
              <a:rPr lang="en-IN" sz="2000" dirty="0">
                <a:solidFill>
                  <a:schemeClr val="bg1"/>
                </a:solidFill>
              </a:rPr>
              <a:t>Conclusion</a:t>
            </a:r>
          </a:p>
        </p:txBody>
      </p:sp>
    </p:spTree>
    <p:extLst>
      <p:ext uri="{BB962C8B-B14F-4D97-AF65-F5344CB8AC3E}">
        <p14:creationId xmlns:p14="http://schemas.microsoft.com/office/powerpoint/2010/main" val="3037812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5A271-8875-6BCE-0A4A-542683BB3917}"/>
              </a:ext>
            </a:extLst>
          </p:cNvPr>
          <p:cNvSpPr>
            <a:spLocks noGrp="1"/>
          </p:cNvSpPr>
          <p:nvPr>
            <p:ph type="ctrTitle"/>
          </p:nvPr>
        </p:nvSpPr>
        <p:spPr>
          <a:xfrm>
            <a:off x="1270829" y="187777"/>
            <a:ext cx="10383106" cy="2294165"/>
          </a:xfrm>
        </p:spPr>
        <p:txBody>
          <a:bodyPr/>
          <a:lstStyle/>
          <a:p>
            <a:r>
              <a:rPr lang="en-US" dirty="0"/>
              <a:t>Overview of Incident Management System (IMS)</a:t>
            </a:r>
            <a:br>
              <a:rPr lang="en-US" dirty="0"/>
            </a:br>
            <a:br>
              <a:rPr lang="en-US" dirty="0"/>
            </a:br>
            <a:endParaRPr lang="en-US" dirty="0"/>
          </a:p>
        </p:txBody>
      </p:sp>
      <p:sp>
        <p:nvSpPr>
          <p:cNvPr id="4" name="TextBox 3">
            <a:extLst>
              <a:ext uri="{FF2B5EF4-FFF2-40B4-BE49-F238E27FC236}">
                <a16:creationId xmlns:a16="http://schemas.microsoft.com/office/drawing/2014/main" id="{9FE9E5B0-92BF-D63A-CAAC-60225A89DF24}"/>
              </a:ext>
            </a:extLst>
          </p:cNvPr>
          <p:cNvSpPr txBox="1"/>
          <p:nvPr/>
        </p:nvSpPr>
        <p:spPr>
          <a:xfrm>
            <a:off x="1205513" y="1867526"/>
            <a:ext cx="4235167" cy="4555093"/>
          </a:xfrm>
          <a:prstGeom prst="rect">
            <a:avLst/>
          </a:prstGeom>
          <a:noFill/>
        </p:spPr>
        <p:txBody>
          <a:bodyPr wrap="square" rtlCol="0">
            <a:spAutoFit/>
          </a:bodyPr>
          <a:lstStyle/>
          <a:p>
            <a:pPr marL="342900" indent="-342900">
              <a:buFont typeface="+mj-lt"/>
              <a:buAutoNum type="arabicPeriod"/>
            </a:pPr>
            <a:r>
              <a:rPr lang="en-US" dirty="0">
                <a:solidFill>
                  <a:schemeClr val="bg1"/>
                </a:solidFill>
              </a:rPr>
              <a:t>An </a:t>
            </a:r>
            <a:r>
              <a:rPr lang="en-US" b="1" dirty="0">
                <a:solidFill>
                  <a:schemeClr val="bg1"/>
                </a:solidFill>
              </a:rPr>
              <a:t>Incident Management System (IMS)</a:t>
            </a:r>
            <a:r>
              <a:rPr lang="en-US" dirty="0">
                <a:solidFill>
                  <a:schemeClr val="bg1"/>
                </a:solidFill>
              </a:rPr>
              <a:t> is a structured process or software used by organizations—especially in IT, security, and operations—to </a:t>
            </a:r>
            <a:r>
              <a:rPr lang="en-US" b="1" dirty="0">
                <a:solidFill>
                  <a:schemeClr val="bg1"/>
                </a:solidFill>
              </a:rPr>
              <a:t>identify, record, analyze, and resolve incidents</a:t>
            </a:r>
            <a:r>
              <a:rPr lang="en-US" dirty="0">
                <a:solidFill>
                  <a:schemeClr val="bg1"/>
                </a:solidFill>
              </a:rPr>
              <a:t> (problems, errors, or disruptions) quickly and efficiently.</a:t>
            </a:r>
          </a:p>
          <a:p>
            <a:pPr marL="457200" indent="-457200">
              <a:buFont typeface="+mj-lt"/>
              <a:buAutoNum type="arabicPeriod"/>
            </a:pPr>
            <a:r>
              <a:rPr lang="en-US" sz="2000" b="1" dirty="0">
                <a:solidFill>
                  <a:schemeClr val="bg1"/>
                </a:solidFill>
              </a:rPr>
              <a:t>Main Purpose:</a:t>
            </a:r>
            <a:endParaRPr lang="en-US" b="1" dirty="0">
              <a:solidFill>
                <a:schemeClr val="bg1"/>
              </a:solidFill>
            </a:endParaRPr>
          </a:p>
          <a:p>
            <a:r>
              <a:rPr lang="en-US" dirty="0">
                <a:solidFill>
                  <a:schemeClr val="bg1"/>
                </a:solidFill>
              </a:rPr>
              <a:t>The main goal of IMS is to:</a:t>
            </a:r>
          </a:p>
          <a:p>
            <a:pPr marL="342900" indent="-342900">
              <a:buFont typeface="+mj-lt"/>
              <a:buAutoNum type="arabicPeriod"/>
            </a:pPr>
            <a:r>
              <a:rPr lang="en-US" b="1" dirty="0">
                <a:solidFill>
                  <a:schemeClr val="bg1"/>
                </a:solidFill>
              </a:rPr>
              <a:t>Restore normal service operations</a:t>
            </a:r>
            <a:r>
              <a:rPr lang="en-US" dirty="0">
                <a:solidFill>
                  <a:schemeClr val="bg1"/>
                </a:solidFill>
              </a:rPr>
              <a:t> as fast as possible.</a:t>
            </a:r>
          </a:p>
          <a:p>
            <a:pPr marL="342900" indent="-342900">
              <a:buFont typeface="+mj-lt"/>
              <a:buAutoNum type="arabicPeriod"/>
            </a:pPr>
            <a:r>
              <a:rPr lang="en-US" b="1" dirty="0">
                <a:solidFill>
                  <a:schemeClr val="bg1"/>
                </a:solidFill>
              </a:rPr>
              <a:t>Minimize the impact</a:t>
            </a:r>
            <a:r>
              <a:rPr lang="en-US" dirty="0">
                <a:solidFill>
                  <a:schemeClr val="bg1"/>
                </a:solidFill>
              </a:rPr>
              <a:t> of incidents on business operations.</a:t>
            </a:r>
          </a:p>
          <a:p>
            <a:pPr marL="342900" indent="-342900">
              <a:buFont typeface="+mj-lt"/>
              <a:buAutoNum type="arabicPeriod"/>
            </a:pPr>
            <a:r>
              <a:rPr lang="en-US" b="1" dirty="0">
                <a:solidFill>
                  <a:schemeClr val="bg1"/>
                </a:solidFill>
              </a:rPr>
              <a:t>Ensure service quality and reliability.</a:t>
            </a:r>
            <a:endParaRPr lang="en-US" dirty="0">
              <a:solidFill>
                <a:schemeClr val="bg1"/>
              </a:solidFill>
            </a:endParaRPr>
          </a:p>
        </p:txBody>
      </p:sp>
      <p:sp>
        <p:nvSpPr>
          <p:cNvPr id="8" name="TextBox 7">
            <a:extLst>
              <a:ext uri="{FF2B5EF4-FFF2-40B4-BE49-F238E27FC236}">
                <a16:creationId xmlns:a16="http://schemas.microsoft.com/office/drawing/2014/main" id="{36B11CFF-0FC5-55A8-70D2-4A3359AC8871}"/>
              </a:ext>
            </a:extLst>
          </p:cNvPr>
          <p:cNvSpPr txBox="1"/>
          <p:nvPr/>
        </p:nvSpPr>
        <p:spPr>
          <a:xfrm>
            <a:off x="5303520" y="1744075"/>
            <a:ext cx="5682967" cy="5078313"/>
          </a:xfrm>
          <a:prstGeom prst="rect">
            <a:avLst/>
          </a:prstGeom>
          <a:noFill/>
        </p:spPr>
        <p:txBody>
          <a:bodyPr wrap="square" rtlCol="0">
            <a:spAutoFit/>
          </a:bodyPr>
          <a:lstStyle/>
          <a:p>
            <a:pPr marL="342900" indent="-342900">
              <a:buFont typeface="+mj-lt"/>
              <a:buAutoNum type="arabicPeriod"/>
            </a:pPr>
            <a:r>
              <a:rPr lang="en-US" b="1" dirty="0">
                <a:solidFill>
                  <a:schemeClr val="bg1"/>
                </a:solidFill>
              </a:rPr>
              <a:t>How It Works</a:t>
            </a:r>
            <a:endParaRPr lang="en-IN" dirty="0">
              <a:solidFill>
                <a:schemeClr val="bg1"/>
              </a:solidFill>
            </a:endParaRPr>
          </a:p>
          <a:p>
            <a:pPr marL="342900" indent="-342900">
              <a:buFont typeface="+mj-lt"/>
              <a:buAutoNum type="arabicPeriod"/>
            </a:pPr>
            <a:r>
              <a:rPr lang="en-US" b="1" dirty="0">
                <a:solidFill>
                  <a:schemeClr val="bg1"/>
                </a:solidFill>
              </a:rPr>
              <a:t>Incident Detection:</a:t>
            </a:r>
            <a:br>
              <a:rPr lang="en-US" dirty="0">
                <a:solidFill>
                  <a:schemeClr val="bg1"/>
                </a:solidFill>
              </a:rPr>
            </a:br>
            <a:r>
              <a:rPr lang="en-US" dirty="0">
                <a:solidFill>
                  <a:schemeClr val="bg1"/>
                </a:solidFill>
              </a:rPr>
              <a:t>The system detects an issue automatically or through user reports (e.g., network failure, application crash).</a:t>
            </a:r>
            <a:endParaRPr lang="en-IN" dirty="0">
              <a:solidFill>
                <a:schemeClr val="bg1"/>
              </a:solidFill>
            </a:endParaRPr>
          </a:p>
          <a:p>
            <a:pPr marL="342900" indent="-342900">
              <a:buFont typeface="+mj-lt"/>
              <a:buAutoNum type="arabicPeriod"/>
            </a:pPr>
            <a:r>
              <a:rPr lang="en-US" b="1" dirty="0">
                <a:solidFill>
                  <a:schemeClr val="bg1"/>
                </a:solidFill>
              </a:rPr>
              <a:t>Alert &amp; Logging:</a:t>
            </a:r>
            <a:br>
              <a:rPr lang="en-US" dirty="0">
                <a:solidFill>
                  <a:schemeClr val="bg1"/>
                </a:solidFill>
              </a:rPr>
            </a:br>
            <a:r>
              <a:rPr lang="en-US" dirty="0">
                <a:solidFill>
                  <a:schemeClr val="bg1"/>
                </a:solidFill>
              </a:rPr>
              <a:t>The system logs all details and sends alerts to the IT support team.</a:t>
            </a:r>
            <a:endParaRPr lang="en-IN" dirty="0">
              <a:solidFill>
                <a:schemeClr val="bg1"/>
              </a:solidFill>
            </a:endParaRPr>
          </a:p>
          <a:p>
            <a:pPr marL="342900" indent="-342900">
              <a:buFont typeface="+mj-lt"/>
              <a:buAutoNum type="arabicPeriod"/>
            </a:pPr>
            <a:r>
              <a:rPr lang="en-US" b="1" dirty="0">
                <a:solidFill>
                  <a:schemeClr val="bg1"/>
                </a:solidFill>
              </a:rPr>
              <a:t>Classification &amp; Prioritization:</a:t>
            </a:r>
            <a:br>
              <a:rPr lang="en-US" dirty="0">
                <a:solidFill>
                  <a:schemeClr val="bg1"/>
                </a:solidFill>
              </a:rPr>
            </a:br>
            <a:r>
              <a:rPr lang="en-US" dirty="0">
                <a:solidFill>
                  <a:schemeClr val="bg1"/>
                </a:solidFill>
              </a:rPr>
              <a:t>Incidents are categorized based on severity and impact (e.g., critical, high, medium, low).</a:t>
            </a:r>
            <a:endParaRPr lang="en-IN" dirty="0">
              <a:solidFill>
                <a:schemeClr val="bg1"/>
              </a:solidFill>
            </a:endParaRPr>
          </a:p>
          <a:p>
            <a:pPr marL="342900" indent="-342900">
              <a:buFont typeface="+mj-lt"/>
              <a:buAutoNum type="arabicPeriod"/>
            </a:pPr>
            <a:r>
              <a:rPr lang="en-US" b="1" dirty="0">
                <a:solidFill>
                  <a:schemeClr val="bg1"/>
                </a:solidFill>
              </a:rPr>
              <a:t>Investigation &amp; Diagnosis:</a:t>
            </a:r>
            <a:br>
              <a:rPr lang="en-US" dirty="0">
                <a:solidFill>
                  <a:schemeClr val="bg1"/>
                </a:solidFill>
              </a:rPr>
            </a:br>
            <a:r>
              <a:rPr lang="en-US" dirty="0">
                <a:solidFill>
                  <a:schemeClr val="bg1"/>
                </a:solidFill>
              </a:rPr>
              <a:t>The team analyzes the root cause and finds a possible solution.</a:t>
            </a:r>
            <a:endParaRPr lang="en-IN" dirty="0">
              <a:solidFill>
                <a:schemeClr val="bg1"/>
              </a:solidFill>
            </a:endParaRPr>
          </a:p>
          <a:p>
            <a:pPr marL="342900" indent="-342900">
              <a:buFont typeface="+mj-lt"/>
              <a:buAutoNum type="arabicPeriod"/>
            </a:pPr>
            <a:r>
              <a:rPr lang="en-US" b="1" dirty="0">
                <a:solidFill>
                  <a:schemeClr val="bg1"/>
                </a:solidFill>
              </a:rPr>
              <a:t>Resolution &amp; Recovery:</a:t>
            </a:r>
            <a:br>
              <a:rPr lang="en-US" dirty="0">
                <a:solidFill>
                  <a:schemeClr val="bg1"/>
                </a:solidFill>
              </a:rPr>
            </a:br>
            <a:r>
              <a:rPr lang="en-US" dirty="0">
                <a:solidFill>
                  <a:schemeClr val="bg1"/>
                </a:solidFill>
              </a:rPr>
              <a:t>The problem is fixed, and services are restored.</a:t>
            </a:r>
            <a:endParaRPr lang="en-IN" dirty="0">
              <a:solidFill>
                <a:schemeClr val="bg1"/>
              </a:solidFill>
            </a:endParaRPr>
          </a:p>
          <a:p>
            <a:pPr marL="342900" indent="-342900">
              <a:buFont typeface="+mj-lt"/>
              <a:buAutoNum type="arabicPeriod"/>
            </a:pPr>
            <a:r>
              <a:rPr lang="en-US" b="1" dirty="0">
                <a:solidFill>
                  <a:schemeClr val="bg1"/>
                </a:solidFill>
              </a:rPr>
              <a:t>Closure &amp; Documentation:</a:t>
            </a:r>
            <a:br>
              <a:rPr lang="en-US" dirty="0">
                <a:solidFill>
                  <a:schemeClr val="bg1"/>
                </a:solidFill>
              </a:rPr>
            </a:br>
            <a:r>
              <a:rPr lang="en-US" dirty="0">
                <a:solidFill>
                  <a:schemeClr val="bg1"/>
                </a:solidFill>
              </a:rPr>
              <a:t>The incident is closed after confirmation, and all details are documented for future reference.</a:t>
            </a:r>
            <a:endParaRPr lang="en-IN" dirty="0">
              <a:solidFill>
                <a:schemeClr val="bg1"/>
              </a:solidFill>
              <a:effectLst/>
            </a:endParaRPr>
          </a:p>
        </p:txBody>
      </p:sp>
    </p:spTree>
    <p:extLst>
      <p:ext uri="{BB962C8B-B14F-4D97-AF65-F5344CB8AC3E}">
        <p14:creationId xmlns:p14="http://schemas.microsoft.com/office/powerpoint/2010/main" val="1941235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68171-F501-5EC9-8849-5D0FE73AE00B}"/>
              </a:ext>
            </a:extLst>
          </p:cNvPr>
          <p:cNvSpPr>
            <a:spLocks noGrp="1"/>
          </p:cNvSpPr>
          <p:nvPr>
            <p:ph type="ctrTitle"/>
          </p:nvPr>
        </p:nvSpPr>
        <p:spPr>
          <a:xfrm>
            <a:off x="1280159" y="640080"/>
            <a:ext cx="10302240" cy="1002108"/>
          </a:xfrm>
        </p:spPr>
        <p:txBody>
          <a:bodyPr/>
          <a:lstStyle/>
          <a:p>
            <a:r>
              <a:rPr lang="en-US" dirty="0"/>
              <a:t>Existing System</a:t>
            </a:r>
          </a:p>
        </p:txBody>
      </p:sp>
      <p:sp>
        <p:nvSpPr>
          <p:cNvPr id="3" name="Subtitle 2">
            <a:extLst>
              <a:ext uri="{FF2B5EF4-FFF2-40B4-BE49-F238E27FC236}">
                <a16:creationId xmlns:a16="http://schemas.microsoft.com/office/drawing/2014/main" id="{338A9D03-6CF8-D31E-2E06-88AEBCEF7D9B}"/>
              </a:ext>
            </a:extLst>
          </p:cNvPr>
          <p:cNvSpPr>
            <a:spLocks noGrp="1"/>
          </p:cNvSpPr>
          <p:nvPr>
            <p:ph type="subTitle" idx="1"/>
          </p:nvPr>
        </p:nvSpPr>
        <p:spPr>
          <a:xfrm>
            <a:off x="1280159" y="1642188"/>
            <a:ext cx="7853678" cy="1231641"/>
          </a:xfrm>
        </p:spPr>
        <p:txBody>
          <a:bodyPr>
            <a:noAutofit/>
          </a:bodyPr>
          <a:lstStyle/>
          <a:p>
            <a:r>
              <a:rPr lang="en-US" sz="2200" dirty="0"/>
              <a:t>The </a:t>
            </a:r>
            <a:r>
              <a:rPr lang="en-US" sz="2200" b="1" dirty="0"/>
              <a:t>existing system</a:t>
            </a:r>
            <a:r>
              <a:rPr lang="en-US" sz="2200" dirty="0"/>
              <a:t> refers to the </a:t>
            </a:r>
            <a:r>
              <a:rPr lang="en-US" sz="2200" b="1" dirty="0"/>
              <a:t>current way incidents are handled</a:t>
            </a:r>
            <a:r>
              <a:rPr lang="en-US" sz="2200" dirty="0"/>
              <a:t> in an organization before implementing a structured Incident Management System. It often involves manual or semi-manual processes.</a:t>
            </a:r>
          </a:p>
        </p:txBody>
      </p:sp>
      <p:pic>
        <p:nvPicPr>
          <p:cNvPr id="8" name="Picture Placeholder 7">
            <a:extLst>
              <a:ext uri="{FF2B5EF4-FFF2-40B4-BE49-F238E27FC236}">
                <a16:creationId xmlns:a16="http://schemas.microsoft.com/office/drawing/2014/main" id="{C71AB26E-1599-86FD-704D-D7F2B0D56209}"/>
              </a:ext>
            </a:extLst>
          </p:cNvPr>
          <p:cNvPicPr>
            <a:picLocks noGrp="1" noChangeAspect="1"/>
          </p:cNvPicPr>
          <p:nvPr>
            <p:ph type="pic" sz="quarter" idx="13"/>
          </p:nvPr>
        </p:nvPicPr>
        <p:blipFill>
          <a:blip r:embed="rId3"/>
          <a:srcRect/>
          <a:stretch>
            <a:fillRect/>
          </a:stretch>
        </p:blipFill>
        <p:spPr>
          <a:xfrm>
            <a:off x="8970810" y="120646"/>
            <a:ext cx="3043077" cy="3043083"/>
          </a:xfrm>
        </p:spPr>
      </p:pic>
      <p:sp>
        <p:nvSpPr>
          <p:cNvPr id="9" name="TextBox 8">
            <a:extLst>
              <a:ext uri="{FF2B5EF4-FFF2-40B4-BE49-F238E27FC236}">
                <a16:creationId xmlns:a16="http://schemas.microsoft.com/office/drawing/2014/main" id="{69A99962-BACA-86AE-F9BB-84A46BC356A2}"/>
              </a:ext>
            </a:extLst>
          </p:cNvPr>
          <p:cNvSpPr txBox="1"/>
          <p:nvPr/>
        </p:nvSpPr>
        <p:spPr>
          <a:xfrm>
            <a:off x="1280159" y="2873829"/>
            <a:ext cx="4810601" cy="3539430"/>
          </a:xfrm>
          <a:prstGeom prst="rect">
            <a:avLst/>
          </a:prstGeom>
          <a:noFill/>
        </p:spPr>
        <p:txBody>
          <a:bodyPr wrap="square" rtlCol="0">
            <a:spAutoFit/>
          </a:bodyPr>
          <a:lstStyle/>
          <a:p>
            <a:r>
              <a:rPr lang="en-US" sz="1600" b="1" dirty="0">
                <a:solidFill>
                  <a:schemeClr val="bg1"/>
                </a:solidFill>
              </a:rPr>
              <a:t>Characteristics of the Existing System</a:t>
            </a:r>
          </a:p>
          <a:p>
            <a:r>
              <a:rPr lang="en-US" sz="1600" b="1" dirty="0">
                <a:solidFill>
                  <a:schemeClr val="bg1"/>
                </a:solidFill>
              </a:rPr>
              <a:t>Manual Reporting:</a:t>
            </a:r>
            <a:endParaRPr lang="en-US" sz="1600" dirty="0">
              <a:solidFill>
                <a:schemeClr val="bg1"/>
              </a:solidFill>
            </a:endParaRPr>
          </a:p>
          <a:p>
            <a:pPr lvl="1"/>
            <a:r>
              <a:rPr lang="en-US" sz="1600" dirty="0">
                <a:solidFill>
                  <a:schemeClr val="bg1"/>
                </a:solidFill>
              </a:rPr>
              <a:t>Users report issues through phone calls, emails, or in-person requests.</a:t>
            </a:r>
          </a:p>
          <a:p>
            <a:pPr lvl="1"/>
            <a:r>
              <a:rPr lang="en-US" sz="1600" dirty="0">
                <a:solidFill>
                  <a:schemeClr val="bg1"/>
                </a:solidFill>
              </a:rPr>
              <a:t>No centralized tracking system exists.</a:t>
            </a:r>
          </a:p>
          <a:p>
            <a:r>
              <a:rPr lang="en-US" sz="1600" b="1" dirty="0">
                <a:solidFill>
                  <a:schemeClr val="bg1"/>
                </a:solidFill>
              </a:rPr>
              <a:t>No Standardized Process:</a:t>
            </a:r>
            <a:endParaRPr lang="en-US" sz="1600" dirty="0">
              <a:solidFill>
                <a:schemeClr val="bg1"/>
              </a:solidFill>
            </a:endParaRPr>
          </a:p>
          <a:p>
            <a:pPr lvl="1"/>
            <a:r>
              <a:rPr lang="en-US" sz="1600" dirty="0">
                <a:solidFill>
                  <a:schemeClr val="bg1"/>
                </a:solidFill>
              </a:rPr>
              <a:t>Each IT support staff may handle incidents differently.</a:t>
            </a:r>
          </a:p>
          <a:p>
            <a:pPr lvl="1"/>
            <a:r>
              <a:rPr lang="en-US" sz="1600" dirty="0">
                <a:solidFill>
                  <a:schemeClr val="bg1"/>
                </a:solidFill>
              </a:rPr>
              <a:t>Prioritization of incidents is inconsistent.</a:t>
            </a:r>
          </a:p>
          <a:p>
            <a:r>
              <a:rPr lang="en-US" sz="1600" b="1" dirty="0">
                <a:solidFill>
                  <a:schemeClr val="bg1"/>
                </a:solidFill>
              </a:rPr>
              <a:t>Delayed Response:</a:t>
            </a:r>
            <a:endParaRPr lang="en-US" sz="1600" dirty="0">
              <a:solidFill>
                <a:schemeClr val="bg1"/>
              </a:solidFill>
            </a:endParaRPr>
          </a:p>
          <a:p>
            <a:pPr lvl="1"/>
            <a:r>
              <a:rPr lang="en-US" sz="1600" dirty="0">
                <a:solidFill>
                  <a:schemeClr val="bg1"/>
                </a:solidFill>
              </a:rPr>
              <a:t>Incident detection relies on users noticing problems.</a:t>
            </a:r>
          </a:p>
          <a:p>
            <a:pPr lvl="1"/>
            <a:r>
              <a:rPr lang="en-US" sz="1600" dirty="0">
                <a:solidFill>
                  <a:schemeClr val="bg1"/>
                </a:solidFill>
              </a:rPr>
              <a:t>IT teams may not be aware of issues until they are reported.</a:t>
            </a:r>
          </a:p>
        </p:txBody>
      </p:sp>
      <p:sp>
        <p:nvSpPr>
          <p:cNvPr id="10" name="TextBox 9">
            <a:extLst>
              <a:ext uri="{FF2B5EF4-FFF2-40B4-BE49-F238E27FC236}">
                <a16:creationId xmlns:a16="http://schemas.microsoft.com/office/drawing/2014/main" id="{0F67B212-821D-B588-08D6-FD286CDA06DA}"/>
              </a:ext>
            </a:extLst>
          </p:cNvPr>
          <p:cNvSpPr txBox="1"/>
          <p:nvPr/>
        </p:nvSpPr>
        <p:spPr>
          <a:xfrm>
            <a:off x="6225540" y="2873829"/>
            <a:ext cx="3429000" cy="2862322"/>
          </a:xfrm>
          <a:prstGeom prst="rect">
            <a:avLst/>
          </a:prstGeom>
          <a:noFill/>
        </p:spPr>
        <p:txBody>
          <a:bodyPr wrap="square" rtlCol="0">
            <a:spAutoFit/>
          </a:bodyPr>
          <a:lstStyle/>
          <a:p>
            <a:r>
              <a:rPr lang="en-US" b="1" dirty="0">
                <a:solidFill>
                  <a:schemeClr val="bg1"/>
                </a:solidFill>
              </a:rPr>
              <a:t>Problems in the Existing System</a:t>
            </a:r>
          </a:p>
          <a:p>
            <a:r>
              <a:rPr lang="en-US" dirty="0">
                <a:solidFill>
                  <a:schemeClr val="bg1"/>
                </a:solidFill>
              </a:rPr>
              <a:t>High </a:t>
            </a:r>
            <a:r>
              <a:rPr lang="en-US" b="1" dirty="0">
                <a:solidFill>
                  <a:schemeClr val="bg1"/>
                </a:solidFill>
              </a:rPr>
              <a:t>downtime</a:t>
            </a:r>
            <a:r>
              <a:rPr lang="en-US" dirty="0">
                <a:solidFill>
                  <a:schemeClr val="bg1"/>
                </a:solidFill>
              </a:rPr>
              <a:t> due to delayed detection and resolution.</a:t>
            </a:r>
          </a:p>
          <a:p>
            <a:r>
              <a:rPr lang="en-US" b="1" dirty="0">
                <a:solidFill>
                  <a:schemeClr val="bg1"/>
                </a:solidFill>
              </a:rPr>
              <a:t>User frustration</a:t>
            </a:r>
            <a:r>
              <a:rPr lang="en-US" dirty="0">
                <a:solidFill>
                  <a:schemeClr val="bg1"/>
                </a:solidFill>
              </a:rPr>
              <a:t> because</a:t>
            </a:r>
          </a:p>
          <a:p>
            <a:r>
              <a:rPr lang="en-US" dirty="0">
                <a:solidFill>
                  <a:schemeClr val="bg1"/>
                </a:solidFill>
              </a:rPr>
              <a:t>issues take long to resolve.</a:t>
            </a:r>
          </a:p>
          <a:p>
            <a:r>
              <a:rPr lang="en-US" b="1" dirty="0">
                <a:solidFill>
                  <a:schemeClr val="bg1"/>
                </a:solidFill>
              </a:rPr>
              <a:t>Inefficient resource utilization</a:t>
            </a:r>
            <a:r>
              <a:rPr lang="en-US" dirty="0">
                <a:solidFill>
                  <a:schemeClr val="bg1"/>
                </a:solidFill>
              </a:rPr>
              <a:t> of IT staff.</a:t>
            </a:r>
          </a:p>
          <a:p>
            <a:r>
              <a:rPr lang="en-US" dirty="0">
                <a:solidFill>
                  <a:schemeClr val="bg1"/>
                </a:solidFill>
              </a:rPr>
              <a:t>No </a:t>
            </a:r>
            <a:r>
              <a:rPr lang="en-US" b="1" dirty="0">
                <a:solidFill>
                  <a:schemeClr val="bg1"/>
                </a:solidFill>
              </a:rPr>
              <a:t>data for analysis</a:t>
            </a:r>
            <a:r>
              <a:rPr lang="en-US" dirty="0">
                <a:solidFill>
                  <a:schemeClr val="bg1"/>
                </a:solidFill>
              </a:rPr>
              <a:t> or preventive measures.</a:t>
            </a:r>
          </a:p>
        </p:txBody>
      </p:sp>
    </p:spTree>
    <p:extLst>
      <p:ext uri="{BB962C8B-B14F-4D97-AF65-F5344CB8AC3E}">
        <p14:creationId xmlns:p14="http://schemas.microsoft.com/office/powerpoint/2010/main" val="3962753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4114800" y="640080"/>
            <a:ext cx="7498080" cy="731520"/>
          </a:xfrm>
        </p:spPr>
        <p:txBody>
          <a:bodyPr/>
          <a:lstStyle/>
          <a:p>
            <a:r>
              <a:rPr lang="en-US" dirty="0"/>
              <a:t>Proposed System</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idx="1"/>
          </p:nvPr>
        </p:nvSpPr>
        <p:spPr>
          <a:xfrm>
            <a:off x="3589020" y="1417320"/>
            <a:ext cx="7498080" cy="1485900"/>
          </a:xfrm>
        </p:spPr>
        <p:txBody>
          <a:bodyPr/>
          <a:lstStyle/>
          <a:p>
            <a:r>
              <a:rPr lang="en-US" dirty="0"/>
              <a:t>The </a:t>
            </a:r>
            <a:r>
              <a:rPr lang="en-US" b="1" dirty="0"/>
              <a:t>proposed system</a:t>
            </a:r>
            <a:r>
              <a:rPr lang="en-US" dirty="0"/>
              <a:t> is a </a:t>
            </a:r>
            <a:r>
              <a:rPr lang="en-US" b="1" dirty="0"/>
              <a:t>modern, automated Incident Management System</a:t>
            </a:r>
            <a:r>
              <a:rPr lang="en-US" dirty="0"/>
              <a:t> designed to efficiently detect, record, manage, and resolve incidents in an organization. Unlike the existing manual system, this system uses structured workflows, automation, and real-time monitoring to reduce downtime and improve service quality.</a:t>
            </a:r>
          </a:p>
          <a:p>
            <a:endParaRPr lang="en-US" dirty="0"/>
          </a:p>
        </p:txBody>
      </p:sp>
      <p:pic>
        <p:nvPicPr>
          <p:cNvPr id="10" name="Picture 9">
            <a:extLst>
              <a:ext uri="{FF2B5EF4-FFF2-40B4-BE49-F238E27FC236}">
                <a16:creationId xmlns:a16="http://schemas.microsoft.com/office/drawing/2014/main" id="{3168DDEB-2446-5041-8FB1-55D65E8A2D99}"/>
              </a:ext>
            </a:extLst>
          </p:cNvPr>
          <p:cNvPicPr>
            <a:picLocks noChangeAspect="1"/>
          </p:cNvPicPr>
          <p:nvPr/>
        </p:nvPicPr>
        <p:blipFill>
          <a:blip r:embed="rId3"/>
          <a:stretch>
            <a:fillRect/>
          </a:stretch>
        </p:blipFill>
        <p:spPr>
          <a:xfrm>
            <a:off x="967740" y="1417320"/>
            <a:ext cx="2400300" cy="1600200"/>
          </a:xfrm>
          <a:prstGeom prst="rect">
            <a:avLst/>
          </a:prstGeom>
        </p:spPr>
      </p:pic>
      <p:sp>
        <p:nvSpPr>
          <p:cNvPr id="11" name="TextBox 10">
            <a:extLst>
              <a:ext uri="{FF2B5EF4-FFF2-40B4-BE49-F238E27FC236}">
                <a16:creationId xmlns:a16="http://schemas.microsoft.com/office/drawing/2014/main" id="{908B1DE9-7F6D-113F-AD2A-6EB4D24DC091}"/>
              </a:ext>
            </a:extLst>
          </p:cNvPr>
          <p:cNvSpPr txBox="1"/>
          <p:nvPr/>
        </p:nvSpPr>
        <p:spPr>
          <a:xfrm>
            <a:off x="1158240" y="3116580"/>
            <a:ext cx="10187940" cy="3231654"/>
          </a:xfrm>
          <a:prstGeom prst="rect">
            <a:avLst/>
          </a:prstGeom>
          <a:noFill/>
        </p:spPr>
        <p:txBody>
          <a:bodyPr wrap="square" rtlCol="0">
            <a:spAutoFit/>
          </a:bodyPr>
          <a:lstStyle/>
          <a:p>
            <a:r>
              <a:rPr lang="en-US" b="1" dirty="0"/>
              <a:t>Key Features of the Proposed System</a:t>
            </a:r>
          </a:p>
          <a:p>
            <a:r>
              <a:rPr lang="en-US" b="1" dirty="0"/>
              <a:t>1. </a:t>
            </a:r>
            <a:r>
              <a:rPr lang="en-US" sz="1600" b="1" dirty="0"/>
              <a:t>Automated Incident Detection</a:t>
            </a:r>
            <a:endParaRPr lang="en-US" sz="1600" dirty="0"/>
          </a:p>
          <a:p>
            <a:pPr lvl="1"/>
            <a:r>
              <a:rPr lang="en-US" sz="1600" dirty="0"/>
              <a:t>The system can automatically detect issues in IT systems, networks, or applications.</a:t>
            </a:r>
          </a:p>
          <a:p>
            <a:pPr lvl="1"/>
            <a:r>
              <a:rPr lang="en-US" sz="1600" dirty="0"/>
              <a:t>Alerts are sent to the responsible teams instantly.</a:t>
            </a:r>
          </a:p>
          <a:p>
            <a:r>
              <a:rPr lang="en-US" b="1" dirty="0"/>
              <a:t>2. </a:t>
            </a:r>
            <a:r>
              <a:rPr lang="en-US" sz="1600" b="1" dirty="0"/>
              <a:t>Centralized Ticketing System</a:t>
            </a:r>
            <a:endParaRPr lang="en-US" sz="1600" dirty="0"/>
          </a:p>
          <a:p>
            <a:pPr lvl="1"/>
            <a:r>
              <a:rPr lang="en-US" sz="1600" dirty="0"/>
              <a:t>All incidents are recorded as tickets in a centralized database.</a:t>
            </a:r>
          </a:p>
          <a:p>
            <a:pPr lvl="1"/>
            <a:r>
              <a:rPr lang="en-US" sz="1600" dirty="0"/>
              <a:t>Each ticket has details like severity, status, priority, and assigned personnel.</a:t>
            </a:r>
          </a:p>
          <a:p>
            <a:r>
              <a:rPr lang="en-US" b="1" dirty="0"/>
              <a:t>3. </a:t>
            </a:r>
            <a:r>
              <a:rPr lang="en-US" sz="1600" b="1" dirty="0"/>
              <a:t>Prioritization and Categorization</a:t>
            </a:r>
            <a:endParaRPr lang="en-US" sz="1600" dirty="0"/>
          </a:p>
          <a:p>
            <a:pPr lvl="1"/>
            <a:r>
              <a:rPr lang="en-US" sz="1600" dirty="0"/>
              <a:t>Incidents are categorized (hardware, software, network, etc.) and prioritized (critical, high, medium, low).</a:t>
            </a:r>
          </a:p>
          <a:p>
            <a:r>
              <a:rPr lang="en-US" b="1" dirty="0"/>
              <a:t>4. </a:t>
            </a:r>
            <a:r>
              <a:rPr lang="en-US" sz="1600" b="1" dirty="0"/>
              <a:t>Automated Notifications and Escalation</a:t>
            </a:r>
            <a:endParaRPr lang="en-US" sz="1600" dirty="0"/>
          </a:p>
          <a:p>
            <a:pPr lvl="1"/>
            <a:r>
              <a:rPr lang="en-US" sz="1600" dirty="0"/>
              <a:t>IT staff are notified immediately when incidents occur.</a:t>
            </a:r>
          </a:p>
          <a:p>
            <a:pPr lvl="1"/>
            <a:r>
              <a:rPr lang="en-US" sz="1600" dirty="0"/>
              <a:t>If not resolved in time, the system automatically escalates to higher-level support.</a:t>
            </a:r>
          </a:p>
        </p:txBody>
      </p:sp>
    </p:spTree>
    <p:extLst>
      <p:ext uri="{BB962C8B-B14F-4D97-AF65-F5344CB8AC3E}">
        <p14:creationId xmlns:p14="http://schemas.microsoft.com/office/powerpoint/2010/main" val="1450287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a:extLst>
              <a:ext uri="{FF2B5EF4-FFF2-40B4-BE49-F238E27FC236}">
                <a16:creationId xmlns:a16="http://schemas.microsoft.com/office/drawing/2014/main" id="{4C780BDD-62B7-3E51-C2DE-09259F62CC03}"/>
              </a:ext>
            </a:extLst>
          </p:cNvPr>
          <p:cNvSpPr>
            <a:spLocks noGrp="1"/>
          </p:cNvSpPr>
          <p:nvPr>
            <p:ph type="subTitle" idx="1"/>
          </p:nvPr>
        </p:nvSpPr>
        <p:spPr>
          <a:xfrm>
            <a:off x="1280157" y="376086"/>
            <a:ext cx="10302240" cy="397191"/>
          </a:xfrm>
        </p:spPr>
        <p:txBody>
          <a:bodyPr/>
          <a:lstStyle/>
          <a:p>
            <a:pPr algn="ctr"/>
            <a:r>
              <a:rPr lang="en-US" dirty="0"/>
              <a:t> </a:t>
            </a:r>
            <a:r>
              <a:rPr lang="en-US" b="1" dirty="0"/>
              <a:t>Problem Statement</a:t>
            </a:r>
          </a:p>
        </p:txBody>
      </p:sp>
      <p:sp>
        <p:nvSpPr>
          <p:cNvPr id="2" name="TextBox 1">
            <a:extLst>
              <a:ext uri="{FF2B5EF4-FFF2-40B4-BE49-F238E27FC236}">
                <a16:creationId xmlns:a16="http://schemas.microsoft.com/office/drawing/2014/main" id="{48FF0912-7F12-0AA7-1133-D80E7D690484}"/>
              </a:ext>
            </a:extLst>
          </p:cNvPr>
          <p:cNvSpPr txBox="1"/>
          <p:nvPr/>
        </p:nvSpPr>
        <p:spPr>
          <a:xfrm>
            <a:off x="1371600" y="853440"/>
            <a:ext cx="9624060" cy="3754874"/>
          </a:xfrm>
          <a:prstGeom prst="rect">
            <a:avLst/>
          </a:prstGeom>
          <a:noFill/>
        </p:spPr>
        <p:txBody>
          <a:bodyPr wrap="square" rtlCol="0">
            <a:spAutoFit/>
          </a:bodyPr>
          <a:lstStyle/>
          <a:p>
            <a:endParaRPr lang="en-US" sz="2000" dirty="0">
              <a:solidFill>
                <a:schemeClr val="bg1"/>
              </a:solidFill>
            </a:endParaRPr>
          </a:p>
          <a:p>
            <a:r>
              <a:rPr lang="en-US" sz="2000" dirty="0">
                <a:solidFill>
                  <a:schemeClr val="bg1"/>
                </a:solidFill>
              </a:rPr>
              <a:t>In many organizations, IT systems and business operations are prone to unexpected incidents such as hardware failures, software errors, security breaches, or service interruptions. Currently, incident reporting and resolution are often manual, unstructured, and time-consuming. This leads to delayed detection, inefficient tracking, inconsistent communication, and prolonged downtime, which negatively impacts productivity, customer satisfaction, and overall business performance.</a:t>
            </a:r>
          </a:p>
          <a:p>
            <a:r>
              <a:rPr lang="en-US" sz="2000" dirty="0">
                <a:solidFill>
                  <a:schemeClr val="bg1"/>
                </a:solidFill>
              </a:rPr>
              <a:t>There is a need for an automated </a:t>
            </a:r>
            <a:r>
              <a:rPr lang="en-US" sz="2000" b="1" dirty="0">
                <a:solidFill>
                  <a:schemeClr val="bg1"/>
                </a:solidFill>
              </a:rPr>
              <a:t>Incident Management System</a:t>
            </a:r>
            <a:r>
              <a:rPr lang="en-US" sz="2000" dirty="0">
                <a:solidFill>
                  <a:schemeClr val="bg1"/>
                </a:solidFill>
              </a:rPr>
              <a:t> that can efficiently record, track, prioritize, and resolve incidents. The system should provide real-time alerts, streamline communication among IT staff, maintain a history of incidents for analysis, and ensure timely resolution to minimize business disruption.</a:t>
            </a:r>
          </a:p>
          <a:p>
            <a:endParaRPr lang="en-IN" dirty="0"/>
          </a:p>
        </p:txBody>
      </p:sp>
    </p:spTree>
    <p:extLst>
      <p:ext uri="{BB962C8B-B14F-4D97-AF65-F5344CB8AC3E}">
        <p14:creationId xmlns:p14="http://schemas.microsoft.com/office/powerpoint/2010/main" val="3749168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8FDAA-00CD-846E-A576-B59DFA73F988}"/>
              </a:ext>
            </a:extLst>
          </p:cNvPr>
          <p:cNvSpPr>
            <a:spLocks noGrp="1"/>
          </p:cNvSpPr>
          <p:nvPr>
            <p:ph type="title"/>
          </p:nvPr>
        </p:nvSpPr>
        <p:spPr>
          <a:xfrm>
            <a:off x="1280160" y="426720"/>
            <a:ext cx="9137012" cy="624840"/>
          </a:xfrm>
        </p:spPr>
        <p:txBody>
          <a:bodyPr/>
          <a:lstStyle/>
          <a:p>
            <a:r>
              <a:rPr lang="en-US" dirty="0"/>
              <a:t>Objective and Scope </a:t>
            </a:r>
          </a:p>
        </p:txBody>
      </p:sp>
      <p:sp>
        <p:nvSpPr>
          <p:cNvPr id="4" name="Content Placeholder 3">
            <a:extLst>
              <a:ext uri="{FF2B5EF4-FFF2-40B4-BE49-F238E27FC236}">
                <a16:creationId xmlns:a16="http://schemas.microsoft.com/office/drawing/2014/main" id="{352B3B4A-6ED2-64D9-BEC7-1B6C66971286}"/>
              </a:ext>
            </a:extLst>
          </p:cNvPr>
          <p:cNvSpPr>
            <a:spLocks noGrp="1"/>
          </p:cNvSpPr>
          <p:nvPr>
            <p:ph sz="half" idx="2"/>
          </p:nvPr>
        </p:nvSpPr>
        <p:spPr>
          <a:xfrm>
            <a:off x="1280160" y="1214920"/>
            <a:ext cx="4846320" cy="4040574"/>
          </a:xfrm>
        </p:spPr>
        <p:txBody>
          <a:bodyPr>
            <a:normAutofit fontScale="25000" lnSpcReduction="20000"/>
          </a:bodyPr>
          <a:lstStyle/>
          <a:p>
            <a:endParaRPr lang="en-US" sz="2100" b="1" dirty="0"/>
          </a:p>
          <a:p>
            <a:endParaRPr lang="en-US" sz="5600" b="1" dirty="0"/>
          </a:p>
          <a:p>
            <a:r>
              <a:rPr lang="en-US" sz="5600" b="1" dirty="0"/>
              <a:t>Objectives of IMS</a:t>
            </a:r>
          </a:p>
          <a:p>
            <a:r>
              <a:rPr lang="en-US" sz="5600" b="1" dirty="0"/>
              <a:t>Efficient Incident Logging:</a:t>
            </a:r>
            <a:r>
              <a:rPr lang="en-US" sz="5600" dirty="0"/>
              <a:t> Allow users to quickly report incidents with all relevant details.</a:t>
            </a:r>
          </a:p>
          <a:p>
            <a:r>
              <a:rPr lang="en-US" sz="5600" b="1" dirty="0"/>
              <a:t>Prioritization &amp; Categorization:</a:t>
            </a:r>
            <a:r>
              <a:rPr lang="en-US" sz="5600" dirty="0"/>
              <a:t> Classify incidents based on severity, impact, and urgency to ensure critical issues are addressed first.</a:t>
            </a:r>
          </a:p>
          <a:p>
            <a:r>
              <a:rPr lang="en-US" sz="5600" b="1" dirty="0"/>
              <a:t>Real-Time Tracking:</a:t>
            </a:r>
            <a:r>
              <a:rPr lang="en-US" sz="5600" dirty="0"/>
              <a:t> Enable IT teams to monitor the status of incidents from reporting to resolution.</a:t>
            </a:r>
          </a:p>
          <a:p>
            <a:r>
              <a:rPr lang="en-US" sz="5600" b="1" dirty="0"/>
              <a:t>Timely Resolution:</a:t>
            </a:r>
            <a:r>
              <a:rPr lang="en-US" sz="5600" dirty="0"/>
              <a:t> Reduce downtime by providing tools and workflows for fast and effective problem-solving.</a:t>
            </a:r>
          </a:p>
          <a:p>
            <a:r>
              <a:rPr lang="en-US" sz="5600" b="1" dirty="0"/>
              <a:t>Automated Notifications &amp; Alerts:</a:t>
            </a:r>
            <a:r>
              <a:rPr lang="en-US" sz="5600" dirty="0"/>
              <a:t> Notify responsible personnel immediately when an incident occurs or escalates.</a:t>
            </a:r>
          </a:p>
          <a:p>
            <a:r>
              <a:rPr lang="en-US" sz="5600" b="1" dirty="0"/>
              <a:t>Knowledge Management:</a:t>
            </a:r>
            <a:r>
              <a:rPr lang="en-US" sz="5600" dirty="0"/>
              <a:t> Maintain a record of past incidents and solutions to facilitate faster resolution in the future.</a:t>
            </a:r>
          </a:p>
          <a:p>
            <a:r>
              <a:rPr lang="en-US" sz="5600" b="1" dirty="0"/>
              <a:t>Reporting &amp; Analysis:</a:t>
            </a:r>
            <a:r>
              <a:rPr lang="en-US" sz="5600" dirty="0"/>
              <a:t> Generate reports on incident trends, response times, and system performance for informed decision-making.</a:t>
            </a:r>
          </a:p>
          <a:p>
            <a:endParaRPr lang="en-US" sz="5600" dirty="0"/>
          </a:p>
        </p:txBody>
      </p:sp>
      <p:sp>
        <p:nvSpPr>
          <p:cNvPr id="6" name="Content Placeholder 5">
            <a:extLst>
              <a:ext uri="{FF2B5EF4-FFF2-40B4-BE49-F238E27FC236}">
                <a16:creationId xmlns:a16="http://schemas.microsoft.com/office/drawing/2014/main" id="{62FF1654-306D-262A-D360-5E5C2E6B39E3}"/>
              </a:ext>
            </a:extLst>
          </p:cNvPr>
          <p:cNvSpPr>
            <a:spLocks noGrp="1"/>
          </p:cNvSpPr>
          <p:nvPr>
            <p:ph sz="quarter" idx="4"/>
          </p:nvPr>
        </p:nvSpPr>
        <p:spPr>
          <a:xfrm>
            <a:off x="6126480" y="1408713"/>
            <a:ext cx="4846320" cy="4040574"/>
          </a:xfrm>
        </p:spPr>
        <p:txBody>
          <a:bodyPr>
            <a:normAutofit fontScale="92500" lnSpcReduction="20000"/>
          </a:bodyPr>
          <a:lstStyle/>
          <a:p>
            <a:endParaRPr lang="en-US" sz="1400" b="1" dirty="0"/>
          </a:p>
          <a:p>
            <a:r>
              <a:rPr lang="en-US" sz="1500" b="1" dirty="0"/>
              <a:t>Scope of IMS</a:t>
            </a:r>
          </a:p>
          <a:p>
            <a:r>
              <a:rPr lang="en-US" sz="1500" b="1" dirty="0"/>
              <a:t>User Access:</a:t>
            </a:r>
            <a:r>
              <a:rPr lang="en-US" sz="1500" dirty="0"/>
              <a:t> Accessible to employees to report incidents and to IT staff for managing and resolving them.</a:t>
            </a:r>
          </a:p>
          <a:p>
            <a:r>
              <a:rPr lang="en-US" sz="1500" b="1" dirty="0"/>
              <a:t>Incident Management Lifecycle:</a:t>
            </a:r>
            <a:r>
              <a:rPr lang="en-US" sz="1500" dirty="0"/>
              <a:t> Covers</a:t>
            </a:r>
            <a:r>
              <a:rPr lang="en-US" sz="1400" dirty="0"/>
              <a:t> </a:t>
            </a:r>
            <a:r>
              <a:rPr lang="en-US" sz="1500" dirty="0"/>
              <a:t>all stages – logging, categorization, assignment, escalation, resolution, and closure.</a:t>
            </a:r>
          </a:p>
          <a:p>
            <a:r>
              <a:rPr lang="en-US" sz="1500" b="1" dirty="0"/>
              <a:t>Multi-Channel Reporting:</a:t>
            </a:r>
            <a:r>
              <a:rPr lang="en-US" sz="1500" dirty="0"/>
              <a:t> Users can report incidents via web portal, email, or mobile app.</a:t>
            </a:r>
          </a:p>
          <a:p>
            <a:r>
              <a:rPr lang="en-US" sz="1500" b="1" dirty="0"/>
              <a:t>Prioritization &amp; SLA Management:</a:t>
            </a:r>
            <a:r>
              <a:rPr lang="en-US" sz="1500" dirty="0"/>
              <a:t> Assigns priority based on impact and urgency and tracks compliance with Service Level Agreements (SLAs).</a:t>
            </a:r>
          </a:p>
          <a:p>
            <a:r>
              <a:rPr lang="en-US" sz="1500" b="1" dirty="0"/>
              <a:t>Integration with IT Infrastructure:</a:t>
            </a:r>
            <a:r>
              <a:rPr lang="en-US" sz="1500" dirty="0"/>
              <a:t> Can integrate with monitoring tools, email systems, and IT asset databases for automated alerts.</a:t>
            </a:r>
          </a:p>
          <a:p>
            <a:r>
              <a:rPr lang="en-US" sz="1500" b="1" dirty="0"/>
              <a:t>Analytics &amp; Reporting:</a:t>
            </a:r>
            <a:r>
              <a:rPr lang="en-US" sz="1500" dirty="0"/>
              <a:t> Provides dashboards, metrics, and historical data for management review.</a:t>
            </a:r>
          </a:p>
          <a:p>
            <a:r>
              <a:rPr lang="en-US" sz="1500" b="1" dirty="0"/>
              <a:t>Scalability:</a:t>
            </a:r>
            <a:r>
              <a:rPr lang="en-US" sz="1500" dirty="0"/>
              <a:t> Can be extended to handle incidents across multiple departments or locations.</a:t>
            </a:r>
            <a:endParaRPr lang="en-US" sz="1400" dirty="0"/>
          </a:p>
        </p:txBody>
      </p:sp>
    </p:spTree>
    <p:extLst>
      <p:ext uri="{BB962C8B-B14F-4D97-AF65-F5344CB8AC3E}">
        <p14:creationId xmlns:p14="http://schemas.microsoft.com/office/powerpoint/2010/main" val="2102816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762FCA4D-7EEE-9E3D-F691-FEFB5FB337E6}"/>
              </a:ext>
            </a:extLst>
          </p:cNvPr>
          <p:cNvSpPr>
            <a:spLocks noGrp="1"/>
          </p:cNvSpPr>
          <p:nvPr>
            <p:ph sz="quarter" idx="4"/>
          </p:nvPr>
        </p:nvSpPr>
        <p:spPr>
          <a:xfrm>
            <a:off x="1280160" y="1363980"/>
            <a:ext cx="4663440" cy="4912996"/>
          </a:xfrm>
        </p:spPr>
        <p:txBody>
          <a:bodyPr/>
          <a:lstStyle/>
          <a:p>
            <a:r>
              <a:rPr lang="en-US" sz="2000" dirty="0"/>
              <a:t>Hardware:</a:t>
            </a:r>
          </a:p>
          <a:p>
            <a:pPr marL="0" indent="0">
              <a:buNone/>
            </a:pPr>
            <a:endParaRPr lang="en-US" dirty="0"/>
          </a:p>
        </p:txBody>
      </p:sp>
      <p:sp>
        <p:nvSpPr>
          <p:cNvPr id="3" name="TextBox 2">
            <a:extLst>
              <a:ext uri="{FF2B5EF4-FFF2-40B4-BE49-F238E27FC236}">
                <a16:creationId xmlns:a16="http://schemas.microsoft.com/office/drawing/2014/main" id="{1860CD06-7B26-7E43-198E-DF58E705EB11}"/>
              </a:ext>
            </a:extLst>
          </p:cNvPr>
          <p:cNvSpPr txBox="1"/>
          <p:nvPr/>
        </p:nvSpPr>
        <p:spPr>
          <a:xfrm>
            <a:off x="1577340" y="525749"/>
            <a:ext cx="4518660" cy="523220"/>
          </a:xfrm>
          <a:prstGeom prst="rect">
            <a:avLst/>
          </a:prstGeom>
          <a:noFill/>
        </p:spPr>
        <p:txBody>
          <a:bodyPr wrap="square" rtlCol="0">
            <a:spAutoFit/>
          </a:bodyPr>
          <a:lstStyle/>
          <a:p>
            <a:pPr algn="ctr"/>
            <a:r>
              <a:rPr lang="en-IN" sz="2800" b="1" dirty="0"/>
              <a:t>SYSTEM REQUIREMENT</a:t>
            </a:r>
          </a:p>
        </p:txBody>
      </p:sp>
      <p:graphicFrame>
        <p:nvGraphicFramePr>
          <p:cNvPr id="4" name="Table 3">
            <a:extLst>
              <a:ext uri="{FF2B5EF4-FFF2-40B4-BE49-F238E27FC236}">
                <a16:creationId xmlns:a16="http://schemas.microsoft.com/office/drawing/2014/main" id="{E6B22A89-B7ED-6C6E-3E94-EBC0B120F539}"/>
              </a:ext>
            </a:extLst>
          </p:cNvPr>
          <p:cNvGraphicFramePr>
            <a:graphicFrameLocks noGrp="1"/>
          </p:cNvGraphicFramePr>
          <p:nvPr>
            <p:extLst>
              <p:ext uri="{D42A27DB-BD31-4B8C-83A1-F6EECF244321}">
                <p14:modId xmlns:p14="http://schemas.microsoft.com/office/powerpoint/2010/main" val="3798610965"/>
              </p:ext>
            </p:extLst>
          </p:nvPr>
        </p:nvGraphicFramePr>
        <p:xfrm>
          <a:off x="1435101" y="1684814"/>
          <a:ext cx="4660899" cy="4114800"/>
        </p:xfrm>
        <a:graphic>
          <a:graphicData uri="http://schemas.openxmlformats.org/drawingml/2006/table">
            <a:tbl>
              <a:tblPr>
                <a:tableStyleId>{22838BEF-8BB2-4498-84A7-C5851F593DF1}</a:tableStyleId>
              </a:tblPr>
              <a:tblGrid>
                <a:gridCol w="1553633">
                  <a:extLst>
                    <a:ext uri="{9D8B030D-6E8A-4147-A177-3AD203B41FA5}">
                      <a16:colId xmlns:a16="http://schemas.microsoft.com/office/drawing/2014/main" val="605721634"/>
                    </a:ext>
                  </a:extLst>
                </a:gridCol>
                <a:gridCol w="1553633">
                  <a:extLst>
                    <a:ext uri="{9D8B030D-6E8A-4147-A177-3AD203B41FA5}">
                      <a16:colId xmlns:a16="http://schemas.microsoft.com/office/drawing/2014/main" val="3161009737"/>
                    </a:ext>
                  </a:extLst>
                </a:gridCol>
                <a:gridCol w="1553633">
                  <a:extLst>
                    <a:ext uri="{9D8B030D-6E8A-4147-A177-3AD203B41FA5}">
                      <a16:colId xmlns:a16="http://schemas.microsoft.com/office/drawing/2014/main" val="2914190174"/>
                    </a:ext>
                  </a:extLst>
                </a:gridCol>
              </a:tblGrid>
              <a:tr h="0">
                <a:tc>
                  <a:txBody>
                    <a:bodyPr/>
                    <a:lstStyle/>
                    <a:p>
                      <a:pPr>
                        <a:buNone/>
                      </a:pPr>
                      <a:r>
                        <a:rPr lang="en-IN"/>
                        <a:t>Component</a:t>
                      </a:r>
                    </a:p>
                  </a:txBody>
                  <a:tcPr anchor="ctr"/>
                </a:tc>
                <a:tc>
                  <a:txBody>
                    <a:bodyPr/>
                    <a:lstStyle/>
                    <a:p>
                      <a:pPr>
                        <a:buNone/>
                      </a:pPr>
                      <a:r>
                        <a:rPr lang="en-IN" dirty="0"/>
                        <a:t>Minimum Requirement</a:t>
                      </a:r>
                    </a:p>
                  </a:txBody>
                  <a:tcPr anchor="ctr"/>
                </a:tc>
                <a:tc>
                  <a:txBody>
                    <a:bodyPr/>
                    <a:lstStyle/>
                    <a:p>
                      <a:pPr>
                        <a:buNone/>
                      </a:pPr>
                      <a:r>
                        <a:rPr lang="en-IN"/>
                        <a:t>Recommended</a:t>
                      </a:r>
                    </a:p>
                  </a:txBody>
                  <a:tcPr anchor="ctr"/>
                </a:tc>
                <a:extLst>
                  <a:ext uri="{0D108BD9-81ED-4DB2-BD59-A6C34878D82A}">
                    <a16:rowId xmlns:a16="http://schemas.microsoft.com/office/drawing/2014/main" val="1210051538"/>
                  </a:ext>
                </a:extLst>
              </a:tr>
              <a:tr h="0">
                <a:tc>
                  <a:txBody>
                    <a:bodyPr/>
                    <a:lstStyle/>
                    <a:p>
                      <a:pPr>
                        <a:buNone/>
                      </a:pPr>
                      <a:r>
                        <a:rPr lang="en-IN"/>
                        <a:t>Processor</a:t>
                      </a:r>
                    </a:p>
                  </a:txBody>
                  <a:tcPr anchor="ctr"/>
                </a:tc>
                <a:tc>
                  <a:txBody>
                    <a:bodyPr/>
                    <a:lstStyle/>
                    <a:p>
                      <a:pPr>
                        <a:buNone/>
                      </a:pPr>
                      <a:r>
                        <a:rPr lang="en-IN"/>
                        <a:t>Intel i3 or equivalent</a:t>
                      </a:r>
                    </a:p>
                  </a:txBody>
                  <a:tcPr anchor="ctr"/>
                </a:tc>
                <a:tc>
                  <a:txBody>
                    <a:bodyPr/>
                    <a:lstStyle/>
                    <a:p>
                      <a:pPr>
                        <a:buNone/>
                      </a:pPr>
                      <a:r>
                        <a:rPr lang="en-IN"/>
                        <a:t>Intel i5 or higher</a:t>
                      </a:r>
                    </a:p>
                  </a:txBody>
                  <a:tcPr anchor="ctr"/>
                </a:tc>
                <a:extLst>
                  <a:ext uri="{0D108BD9-81ED-4DB2-BD59-A6C34878D82A}">
                    <a16:rowId xmlns:a16="http://schemas.microsoft.com/office/drawing/2014/main" val="1323268958"/>
                  </a:ext>
                </a:extLst>
              </a:tr>
              <a:tr h="0">
                <a:tc>
                  <a:txBody>
                    <a:bodyPr/>
                    <a:lstStyle/>
                    <a:p>
                      <a:pPr>
                        <a:buNone/>
                      </a:pPr>
                      <a:r>
                        <a:rPr lang="en-IN"/>
                        <a:t>RAM</a:t>
                      </a:r>
                    </a:p>
                  </a:txBody>
                  <a:tcPr anchor="ctr"/>
                </a:tc>
                <a:tc>
                  <a:txBody>
                    <a:bodyPr/>
                    <a:lstStyle/>
                    <a:p>
                      <a:pPr>
                        <a:buNone/>
                      </a:pPr>
                      <a:r>
                        <a:rPr lang="en-IN"/>
                        <a:t>4 GB</a:t>
                      </a:r>
                    </a:p>
                  </a:txBody>
                  <a:tcPr anchor="ctr"/>
                </a:tc>
                <a:tc>
                  <a:txBody>
                    <a:bodyPr/>
                    <a:lstStyle/>
                    <a:p>
                      <a:pPr>
                        <a:buNone/>
                      </a:pPr>
                      <a:r>
                        <a:rPr lang="en-IN"/>
                        <a:t>8 GB or higher</a:t>
                      </a:r>
                    </a:p>
                  </a:txBody>
                  <a:tcPr anchor="ctr"/>
                </a:tc>
                <a:extLst>
                  <a:ext uri="{0D108BD9-81ED-4DB2-BD59-A6C34878D82A}">
                    <a16:rowId xmlns:a16="http://schemas.microsoft.com/office/drawing/2014/main" val="982496402"/>
                  </a:ext>
                </a:extLst>
              </a:tr>
              <a:tr h="0">
                <a:tc>
                  <a:txBody>
                    <a:bodyPr/>
                    <a:lstStyle/>
                    <a:p>
                      <a:pPr>
                        <a:buNone/>
                      </a:pPr>
                      <a:r>
                        <a:rPr lang="en-IN"/>
                        <a:t>Hard Disk</a:t>
                      </a:r>
                    </a:p>
                  </a:txBody>
                  <a:tcPr anchor="ctr"/>
                </a:tc>
                <a:tc>
                  <a:txBody>
                    <a:bodyPr/>
                    <a:lstStyle/>
                    <a:p>
                      <a:pPr>
                        <a:buNone/>
                      </a:pPr>
                      <a:r>
                        <a:rPr lang="en-IN"/>
                        <a:t>100 GB</a:t>
                      </a:r>
                    </a:p>
                  </a:txBody>
                  <a:tcPr anchor="ctr"/>
                </a:tc>
                <a:tc>
                  <a:txBody>
                    <a:bodyPr/>
                    <a:lstStyle/>
                    <a:p>
                      <a:pPr>
                        <a:buNone/>
                      </a:pPr>
                      <a:r>
                        <a:rPr lang="en-IN"/>
                        <a:t>250 GB or higher</a:t>
                      </a:r>
                    </a:p>
                  </a:txBody>
                  <a:tcPr anchor="ctr"/>
                </a:tc>
                <a:extLst>
                  <a:ext uri="{0D108BD9-81ED-4DB2-BD59-A6C34878D82A}">
                    <a16:rowId xmlns:a16="http://schemas.microsoft.com/office/drawing/2014/main" val="2428429028"/>
                  </a:ext>
                </a:extLst>
              </a:tr>
              <a:tr h="0">
                <a:tc>
                  <a:txBody>
                    <a:bodyPr/>
                    <a:lstStyle/>
                    <a:p>
                      <a:pPr>
                        <a:buNone/>
                      </a:pPr>
                      <a:r>
                        <a:rPr lang="en-IN"/>
                        <a:t>Network</a:t>
                      </a:r>
                    </a:p>
                  </a:txBody>
                  <a:tcPr anchor="ctr"/>
                </a:tc>
                <a:tc>
                  <a:txBody>
                    <a:bodyPr/>
                    <a:lstStyle/>
                    <a:p>
                      <a:pPr>
                        <a:buNone/>
                      </a:pPr>
                      <a:r>
                        <a:rPr lang="en-IN"/>
                        <a:t>1 Mbps internet</a:t>
                      </a:r>
                    </a:p>
                  </a:txBody>
                  <a:tcPr anchor="ctr"/>
                </a:tc>
                <a:tc>
                  <a:txBody>
                    <a:bodyPr/>
                    <a:lstStyle/>
                    <a:p>
                      <a:pPr>
                        <a:buNone/>
                      </a:pPr>
                      <a:r>
                        <a:rPr lang="en-IN"/>
                        <a:t>10 Mbps or higher</a:t>
                      </a:r>
                    </a:p>
                  </a:txBody>
                  <a:tcPr anchor="ctr"/>
                </a:tc>
                <a:extLst>
                  <a:ext uri="{0D108BD9-81ED-4DB2-BD59-A6C34878D82A}">
                    <a16:rowId xmlns:a16="http://schemas.microsoft.com/office/drawing/2014/main" val="300716200"/>
                  </a:ext>
                </a:extLst>
              </a:tr>
              <a:tr h="0">
                <a:tc>
                  <a:txBody>
                    <a:bodyPr/>
                    <a:lstStyle/>
                    <a:p>
                      <a:pPr>
                        <a:buNone/>
                      </a:pPr>
                      <a:r>
                        <a:rPr lang="en-IN"/>
                        <a:t>Server</a:t>
                      </a:r>
                    </a:p>
                  </a:txBody>
                  <a:tcPr anchor="ctr"/>
                </a:tc>
                <a:tc>
                  <a:txBody>
                    <a:bodyPr/>
                    <a:lstStyle/>
                    <a:p>
                      <a:pPr>
                        <a:buNone/>
                      </a:pPr>
                      <a:r>
                        <a:rPr lang="en-US"/>
                        <a:t>Single server for small setups</a:t>
                      </a:r>
                    </a:p>
                  </a:txBody>
                  <a:tcPr anchor="ctr"/>
                </a:tc>
                <a:tc>
                  <a:txBody>
                    <a:bodyPr/>
                    <a:lstStyle/>
                    <a:p>
                      <a:pPr>
                        <a:buNone/>
                      </a:pPr>
                      <a:r>
                        <a:rPr lang="en-IN" dirty="0"/>
                        <a:t>Multi-server environment for large organizations</a:t>
                      </a:r>
                    </a:p>
                  </a:txBody>
                  <a:tcPr anchor="ctr"/>
                </a:tc>
                <a:extLst>
                  <a:ext uri="{0D108BD9-81ED-4DB2-BD59-A6C34878D82A}">
                    <a16:rowId xmlns:a16="http://schemas.microsoft.com/office/drawing/2014/main" val="4185599904"/>
                  </a:ext>
                </a:extLst>
              </a:tr>
            </a:tbl>
          </a:graphicData>
        </a:graphic>
      </p:graphicFrame>
      <p:sp>
        <p:nvSpPr>
          <p:cNvPr id="5" name="TextBox 4">
            <a:extLst>
              <a:ext uri="{FF2B5EF4-FFF2-40B4-BE49-F238E27FC236}">
                <a16:creationId xmlns:a16="http://schemas.microsoft.com/office/drawing/2014/main" id="{389D4617-8350-D1FE-B0CA-E2EA80BBDB5C}"/>
              </a:ext>
            </a:extLst>
          </p:cNvPr>
          <p:cNvSpPr txBox="1"/>
          <p:nvPr/>
        </p:nvSpPr>
        <p:spPr>
          <a:xfrm>
            <a:off x="6644640" y="1363980"/>
            <a:ext cx="4175760" cy="4862870"/>
          </a:xfrm>
          <a:prstGeom prst="rect">
            <a:avLst/>
          </a:prstGeom>
          <a:noFill/>
        </p:spPr>
        <p:txBody>
          <a:bodyPr wrap="square" rtlCol="0">
            <a:spAutoFit/>
          </a:bodyPr>
          <a:lstStyle/>
          <a:p>
            <a:r>
              <a:rPr lang="en-IN" sz="2000" dirty="0">
                <a:solidFill>
                  <a:schemeClr val="bg1"/>
                </a:solidFill>
              </a:rPr>
              <a:t>Software:</a:t>
            </a:r>
          </a:p>
          <a:p>
            <a:endParaRPr lang="en-IN" sz="2000" dirty="0">
              <a:solidFill>
                <a:schemeClr val="bg1"/>
              </a:solidFill>
            </a:endParaRP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graphicFrame>
        <p:nvGraphicFramePr>
          <p:cNvPr id="6" name="Table 5">
            <a:extLst>
              <a:ext uri="{FF2B5EF4-FFF2-40B4-BE49-F238E27FC236}">
                <a16:creationId xmlns:a16="http://schemas.microsoft.com/office/drawing/2014/main" id="{B6631ECB-264D-ECBF-C77F-FC892D276FC8}"/>
              </a:ext>
            </a:extLst>
          </p:cNvPr>
          <p:cNvGraphicFramePr>
            <a:graphicFrameLocks noGrp="1"/>
          </p:cNvGraphicFramePr>
          <p:nvPr>
            <p:extLst>
              <p:ext uri="{D42A27DB-BD31-4B8C-83A1-F6EECF244321}">
                <p14:modId xmlns:p14="http://schemas.microsoft.com/office/powerpoint/2010/main" val="1062575413"/>
              </p:ext>
            </p:extLst>
          </p:nvPr>
        </p:nvGraphicFramePr>
        <p:xfrm>
          <a:off x="6644640" y="1752601"/>
          <a:ext cx="5009706" cy="4047014"/>
        </p:xfrm>
        <a:graphic>
          <a:graphicData uri="http://schemas.openxmlformats.org/drawingml/2006/table">
            <a:tbl>
              <a:tblPr>
                <a:tableStyleId>{C4B1156A-380E-4F78-BDF5-A606A8083BF9}</a:tableStyleId>
              </a:tblPr>
              <a:tblGrid>
                <a:gridCol w="2514156">
                  <a:extLst>
                    <a:ext uri="{9D8B030D-6E8A-4147-A177-3AD203B41FA5}">
                      <a16:colId xmlns:a16="http://schemas.microsoft.com/office/drawing/2014/main" val="2320922382"/>
                    </a:ext>
                  </a:extLst>
                </a:gridCol>
                <a:gridCol w="2495550">
                  <a:extLst>
                    <a:ext uri="{9D8B030D-6E8A-4147-A177-3AD203B41FA5}">
                      <a16:colId xmlns:a16="http://schemas.microsoft.com/office/drawing/2014/main" val="2216270573"/>
                    </a:ext>
                  </a:extLst>
                </a:gridCol>
              </a:tblGrid>
              <a:tr h="398207">
                <a:tc>
                  <a:txBody>
                    <a:bodyPr/>
                    <a:lstStyle/>
                    <a:p>
                      <a:pPr>
                        <a:buNone/>
                      </a:pPr>
                      <a:r>
                        <a:rPr lang="en-IN" dirty="0"/>
                        <a:t>Component</a:t>
                      </a:r>
                    </a:p>
                  </a:txBody>
                  <a:tcPr anchor="ctr"/>
                </a:tc>
                <a:tc>
                  <a:txBody>
                    <a:bodyPr/>
                    <a:lstStyle/>
                    <a:p>
                      <a:pPr>
                        <a:buNone/>
                      </a:pPr>
                      <a:r>
                        <a:rPr lang="en-IN"/>
                        <a:t>Requirement</a:t>
                      </a:r>
                    </a:p>
                  </a:txBody>
                  <a:tcPr anchor="ctr"/>
                </a:tc>
                <a:extLst>
                  <a:ext uri="{0D108BD9-81ED-4DB2-BD59-A6C34878D82A}">
                    <a16:rowId xmlns:a16="http://schemas.microsoft.com/office/drawing/2014/main" val="3570594986"/>
                  </a:ext>
                </a:extLst>
              </a:tr>
              <a:tr h="995518">
                <a:tc>
                  <a:txBody>
                    <a:bodyPr/>
                    <a:lstStyle/>
                    <a:p>
                      <a:pPr>
                        <a:buNone/>
                      </a:pPr>
                      <a:r>
                        <a:rPr lang="en-IN" dirty="0"/>
                        <a:t>Operating System</a:t>
                      </a:r>
                    </a:p>
                  </a:txBody>
                  <a:tcPr anchor="ctr"/>
                </a:tc>
                <a:tc>
                  <a:txBody>
                    <a:bodyPr/>
                    <a:lstStyle/>
                    <a:p>
                      <a:pPr>
                        <a:buNone/>
                      </a:pPr>
                      <a:r>
                        <a:rPr lang="pt-BR"/>
                        <a:t>Windows 10/11, Linux (Ubuntu/CentOS), or macOS</a:t>
                      </a:r>
                    </a:p>
                  </a:txBody>
                  <a:tcPr anchor="ctr"/>
                </a:tc>
                <a:extLst>
                  <a:ext uri="{0D108BD9-81ED-4DB2-BD59-A6C34878D82A}">
                    <a16:rowId xmlns:a16="http://schemas.microsoft.com/office/drawing/2014/main" val="2796390499"/>
                  </a:ext>
                </a:extLst>
              </a:tr>
              <a:tr h="507222">
                <a:tc>
                  <a:txBody>
                    <a:bodyPr/>
                    <a:lstStyle/>
                    <a:p>
                      <a:pPr>
                        <a:buNone/>
                      </a:pPr>
                      <a:r>
                        <a:rPr lang="en-IN"/>
                        <a:t>Web Server</a:t>
                      </a:r>
                    </a:p>
                  </a:txBody>
                  <a:tcPr anchor="ctr"/>
                </a:tc>
                <a:tc>
                  <a:txBody>
                    <a:bodyPr/>
                    <a:lstStyle/>
                    <a:p>
                      <a:pPr>
                        <a:buNone/>
                      </a:pPr>
                      <a:r>
                        <a:rPr lang="en-IN"/>
                        <a:t>Apache, Nginx, or IIS</a:t>
                      </a:r>
                    </a:p>
                  </a:txBody>
                  <a:tcPr anchor="ctr"/>
                </a:tc>
                <a:extLst>
                  <a:ext uri="{0D108BD9-81ED-4DB2-BD59-A6C34878D82A}">
                    <a16:rowId xmlns:a16="http://schemas.microsoft.com/office/drawing/2014/main" val="3058341274"/>
                  </a:ext>
                </a:extLst>
              </a:tr>
              <a:tr h="724602">
                <a:tc>
                  <a:txBody>
                    <a:bodyPr/>
                    <a:lstStyle/>
                    <a:p>
                      <a:pPr>
                        <a:buNone/>
                      </a:pPr>
                      <a:r>
                        <a:rPr lang="en-IN"/>
                        <a:t>Database</a:t>
                      </a:r>
                    </a:p>
                  </a:txBody>
                  <a:tcPr anchor="ctr"/>
                </a:tc>
                <a:tc>
                  <a:txBody>
                    <a:bodyPr/>
                    <a:lstStyle/>
                    <a:p>
                      <a:pPr>
                        <a:buNone/>
                      </a:pPr>
                      <a:r>
                        <a:rPr lang="en-US"/>
                        <a:t>MySQL, PostgreSQL, or MS SQL Server</a:t>
                      </a:r>
                    </a:p>
                  </a:txBody>
                  <a:tcPr anchor="ctr"/>
                </a:tc>
                <a:extLst>
                  <a:ext uri="{0D108BD9-81ED-4DB2-BD59-A6C34878D82A}">
                    <a16:rowId xmlns:a16="http://schemas.microsoft.com/office/drawing/2014/main" val="309915640"/>
                  </a:ext>
                </a:extLst>
              </a:tr>
              <a:tr h="696863">
                <a:tc>
                  <a:txBody>
                    <a:bodyPr/>
                    <a:lstStyle/>
                    <a:p>
                      <a:pPr>
                        <a:buNone/>
                      </a:pPr>
                      <a:r>
                        <a:rPr lang="en-IN"/>
                        <a:t>Programming Languages</a:t>
                      </a:r>
                    </a:p>
                  </a:txBody>
                  <a:tcPr anchor="ctr"/>
                </a:tc>
                <a:tc>
                  <a:txBody>
                    <a:bodyPr/>
                    <a:lstStyle/>
                    <a:p>
                      <a:pPr>
                        <a:buNone/>
                      </a:pPr>
                      <a:r>
                        <a:rPr lang="en-IN"/>
                        <a:t>PHP, Python, Java, or Node.js</a:t>
                      </a:r>
                    </a:p>
                  </a:txBody>
                  <a:tcPr anchor="ctr"/>
                </a:tc>
                <a:extLst>
                  <a:ext uri="{0D108BD9-81ED-4DB2-BD59-A6C34878D82A}">
                    <a16:rowId xmlns:a16="http://schemas.microsoft.com/office/drawing/2014/main" val="4074546617"/>
                  </a:ext>
                </a:extLst>
              </a:tr>
              <a:tr h="724602">
                <a:tc>
                  <a:txBody>
                    <a:bodyPr/>
                    <a:lstStyle/>
                    <a:p>
                      <a:pPr>
                        <a:buNone/>
                      </a:pPr>
                      <a:r>
                        <a:rPr lang="en-IN"/>
                        <a:t>Browser</a:t>
                      </a:r>
                    </a:p>
                  </a:txBody>
                  <a:tcPr anchor="ctr"/>
                </a:tc>
                <a:tc>
                  <a:txBody>
                    <a:bodyPr/>
                    <a:lstStyle/>
                    <a:p>
                      <a:pPr>
                        <a:buNone/>
                      </a:pPr>
                      <a:r>
                        <a:rPr lang="en-US" dirty="0"/>
                        <a:t>Chrome, Firefox, Edge (latest versions)</a:t>
                      </a:r>
                    </a:p>
                  </a:txBody>
                  <a:tcPr anchor="ctr"/>
                </a:tc>
                <a:extLst>
                  <a:ext uri="{0D108BD9-81ED-4DB2-BD59-A6C34878D82A}">
                    <a16:rowId xmlns:a16="http://schemas.microsoft.com/office/drawing/2014/main" val="1889606273"/>
                  </a:ext>
                </a:extLst>
              </a:tr>
            </a:tbl>
          </a:graphicData>
        </a:graphic>
      </p:graphicFrame>
    </p:spTree>
    <p:extLst>
      <p:ext uri="{BB962C8B-B14F-4D97-AF65-F5344CB8AC3E}">
        <p14:creationId xmlns:p14="http://schemas.microsoft.com/office/powerpoint/2010/main" val="719664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247ABD4-990A-BAC8-69FC-AF4C84F3AD63}"/>
              </a:ext>
            </a:extLst>
          </p:cNvPr>
          <p:cNvSpPr>
            <a:spLocks noGrp="1"/>
          </p:cNvSpPr>
          <p:nvPr>
            <p:ph type="ctrTitle"/>
          </p:nvPr>
        </p:nvSpPr>
        <p:spPr>
          <a:xfrm>
            <a:off x="1280163" y="389382"/>
            <a:ext cx="4663438" cy="281940"/>
          </a:xfrm>
        </p:spPr>
        <p:txBody>
          <a:bodyPr/>
          <a:lstStyle/>
          <a:p>
            <a:r>
              <a:rPr lang="en-US" sz="2000" dirty="0"/>
              <a:t>Seminar Topics</a:t>
            </a:r>
          </a:p>
        </p:txBody>
      </p:sp>
      <p:sp>
        <p:nvSpPr>
          <p:cNvPr id="9" name="Text Placeholder 8">
            <a:extLst>
              <a:ext uri="{FF2B5EF4-FFF2-40B4-BE49-F238E27FC236}">
                <a16:creationId xmlns:a16="http://schemas.microsoft.com/office/drawing/2014/main" id="{61E6A21B-7748-174B-D77E-8EE0B288C7D0}"/>
              </a:ext>
            </a:extLst>
          </p:cNvPr>
          <p:cNvSpPr>
            <a:spLocks noGrp="1"/>
          </p:cNvSpPr>
          <p:nvPr>
            <p:ph type="body" sz="quarter" idx="14"/>
          </p:nvPr>
        </p:nvSpPr>
        <p:spPr>
          <a:xfrm>
            <a:off x="1280162" y="1108287"/>
            <a:ext cx="9852657" cy="3550581"/>
          </a:xfrm>
        </p:spPr>
        <p:txBody>
          <a:bodyPr/>
          <a:lstStyle/>
          <a:p>
            <a:r>
              <a:rPr lang="en-US" b="1" dirty="0"/>
              <a:t>Name                                                                          </a:t>
            </a:r>
            <a:r>
              <a:rPr lang="en-US" b="1" dirty="0">
                <a:solidFill>
                  <a:schemeClr val="bg1"/>
                </a:solidFill>
              </a:rPr>
              <a:t>Topic Name</a:t>
            </a:r>
          </a:p>
          <a:p>
            <a:r>
              <a:rPr lang="en-US" b="1" dirty="0"/>
              <a:t>Khan Mohammed Kaif                                              </a:t>
            </a:r>
            <a:r>
              <a:rPr lang="en-US" sz="1400" b="1" dirty="0"/>
              <a:t>Zero Trust Architecture: A New Security Paradigm</a:t>
            </a:r>
            <a:endParaRPr lang="en-US" b="1" dirty="0"/>
          </a:p>
          <a:p>
            <a:r>
              <a:rPr lang="en-US" b="1" dirty="0"/>
              <a:t>Khan Daniyal                                                              </a:t>
            </a:r>
          </a:p>
          <a:p>
            <a:r>
              <a:rPr lang="en-US" b="1" dirty="0"/>
              <a:t>Khan Sara</a:t>
            </a:r>
          </a:p>
          <a:p>
            <a:r>
              <a:rPr lang="en-US" b="1" dirty="0"/>
              <a:t>Shaikh Armaan</a:t>
            </a:r>
          </a:p>
        </p:txBody>
      </p:sp>
    </p:spTree>
    <p:extLst>
      <p:ext uri="{BB962C8B-B14F-4D97-AF65-F5344CB8AC3E}">
        <p14:creationId xmlns:p14="http://schemas.microsoft.com/office/powerpoint/2010/main" val="3638111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7B8245B-90F5-42D5-BB2F-B23140DB200C}"/>
              </a:ext>
            </a:extLst>
          </p:cNvPr>
          <p:cNvSpPr>
            <a:spLocks noGrp="1"/>
          </p:cNvSpPr>
          <p:nvPr>
            <p:ph type="title"/>
          </p:nvPr>
        </p:nvSpPr>
        <p:spPr>
          <a:xfrm>
            <a:off x="1280164" y="441960"/>
            <a:ext cx="4815836" cy="510540"/>
          </a:xfrm>
        </p:spPr>
        <p:txBody>
          <a:bodyPr/>
          <a:lstStyle/>
          <a:p>
            <a:r>
              <a:rPr lang="en-US" sz="2000" dirty="0"/>
              <a:t>Seminar Topic Explanation </a:t>
            </a:r>
          </a:p>
        </p:txBody>
      </p:sp>
      <p:sp>
        <p:nvSpPr>
          <p:cNvPr id="7" name="TextBox 6">
            <a:extLst>
              <a:ext uri="{FF2B5EF4-FFF2-40B4-BE49-F238E27FC236}">
                <a16:creationId xmlns:a16="http://schemas.microsoft.com/office/drawing/2014/main" id="{3D1B4679-14BB-FA28-A95D-01DEB70C4799}"/>
              </a:ext>
            </a:extLst>
          </p:cNvPr>
          <p:cNvSpPr txBox="1"/>
          <p:nvPr/>
        </p:nvSpPr>
        <p:spPr>
          <a:xfrm>
            <a:off x="792480" y="1150620"/>
            <a:ext cx="6713220" cy="1877437"/>
          </a:xfrm>
          <a:prstGeom prst="rect">
            <a:avLst/>
          </a:prstGeom>
          <a:noFill/>
        </p:spPr>
        <p:txBody>
          <a:bodyPr wrap="square" rtlCol="0">
            <a:spAutoFit/>
          </a:bodyPr>
          <a:lstStyle/>
          <a:p>
            <a:r>
              <a:rPr lang="en-US" sz="2000" b="1" dirty="0"/>
              <a:t>Introduction</a:t>
            </a:r>
          </a:p>
          <a:p>
            <a:r>
              <a:rPr lang="en-US" sz="1600" dirty="0"/>
              <a:t>Traditional network security relies on the </a:t>
            </a:r>
            <a:r>
              <a:rPr lang="en-US" sz="1600" b="1" dirty="0"/>
              <a:t>“trust but verify”</a:t>
            </a:r>
            <a:r>
              <a:rPr lang="en-US" sz="1600" dirty="0"/>
              <a:t> model, where users and devices inside a corporate network are often trusted by default. However, with the rise of </a:t>
            </a:r>
            <a:r>
              <a:rPr lang="en-US" sz="1600" b="1" dirty="0"/>
              <a:t>cloud computing, remote work, mobile devices, and sophisticated cyber threats</a:t>
            </a:r>
            <a:r>
              <a:rPr lang="en-US" sz="1600" dirty="0"/>
              <a:t>, this perimeter-based security approach is no longer sufficient. </a:t>
            </a:r>
            <a:r>
              <a:rPr lang="en-US" sz="1600" b="1" dirty="0"/>
              <a:t>Zero Trust Architecture (ZTA)</a:t>
            </a:r>
            <a:r>
              <a:rPr lang="en-US" sz="1600" dirty="0"/>
              <a:t> is a modern security paradigm designed to address these challenges.</a:t>
            </a:r>
          </a:p>
        </p:txBody>
      </p:sp>
      <p:sp>
        <p:nvSpPr>
          <p:cNvPr id="9" name="TextBox 8">
            <a:extLst>
              <a:ext uri="{FF2B5EF4-FFF2-40B4-BE49-F238E27FC236}">
                <a16:creationId xmlns:a16="http://schemas.microsoft.com/office/drawing/2014/main" id="{D889032E-0E68-D163-E8F8-B56D7AAD51D0}"/>
              </a:ext>
            </a:extLst>
          </p:cNvPr>
          <p:cNvSpPr txBox="1"/>
          <p:nvPr/>
        </p:nvSpPr>
        <p:spPr>
          <a:xfrm>
            <a:off x="792480" y="3028057"/>
            <a:ext cx="6713220" cy="2062103"/>
          </a:xfrm>
          <a:prstGeom prst="rect">
            <a:avLst/>
          </a:prstGeom>
          <a:noFill/>
        </p:spPr>
        <p:txBody>
          <a:bodyPr wrap="square" rtlCol="0">
            <a:spAutoFit/>
          </a:bodyPr>
          <a:lstStyle/>
          <a:p>
            <a:r>
              <a:rPr lang="en-US" sz="2000" b="1" dirty="0"/>
              <a:t>Core Principle</a:t>
            </a:r>
          </a:p>
          <a:p>
            <a:r>
              <a:rPr lang="en-US" dirty="0"/>
              <a:t>The core principle of Zero Trust is </a:t>
            </a:r>
            <a:r>
              <a:rPr lang="en-US" b="1" dirty="0"/>
              <a:t>“Never trust, always verify.”</a:t>
            </a:r>
            <a:endParaRPr lang="en-US" dirty="0"/>
          </a:p>
          <a:p>
            <a:r>
              <a:rPr lang="en-US" b="1" dirty="0"/>
              <a:t>No user or device is trusted by default</a:t>
            </a:r>
            <a:r>
              <a:rPr lang="en-US" dirty="0"/>
              <a:t>, regardless of whether they are inside or outside the network perimeter.</a:t>
            </a:r>
          </a:p>
          <a:p>
            <a:r>
              <a:rPr lang="en-US" dirty="0"/>
              <a:t>Access to resources is </a:t>
            </a:r>
            <a:r>
              <a:rPr lang="en-US" b="1" dirty="0"/>
              <a:t>granted only after verifying identity, device health, and security posture</a:t>
            </a:r>
            <a:r>
              <a:rPr lang="en-US" dirty="0"/>
              <a:t>, and is limited to the minimum necessary privileges.</a:t>
            </a:r>
          </a:p>
        </p:txBody>
      </p:sp>
      <p:sp>
        <p:nvSpPr>
          <p:cNvPr id="11" name="TextBox 10">
            <a:extLst>
              <a:ext uri="{FF2B5EF4-FFF2-40B4-BE49-F238E27FC236}">
                <a16:creationId xmlns:a16="http://schemas.microsoft.com/office/drawing/2014/main" id="{19BF1AB5-F3D3-E678-347C-3F5A3B64F555}"/>
              </a:ext>
            </a:extLst>
          </p:cNvPr>
          <p:cNvSpPr txBox="1"/>
          <p:nvPr/>
        </p:nvSpPr>
        <p:spPr>
          <a:xfrm>
            <a:off x="8100060" y="1632138"/>
            <a:ext cx="3086100" cy="914400"/>
          </a:xfrm>
          <a:prstGeom prst="rect">
            <a:avLst/>
          </a:prstGeom>
          <a:noFill/>
        </p:spPr>
        <p:txBody>
          <a:bodyPr wrap="square" rtlCol="0">
            <a:spAutoFit/>
          </a:bodyPr>
          <a:lstStyle/>
          <a:p>
            <a:endParaRPr lang="en-IN" dirty="0"/>
          </a:p>
        </p:txBody>
      </p:sp>
      <p:pic>
        <p:nvPicPr>
          <p:cNvPr id="13" name="Picture 12" descr="A diagram of a cloud with text&#10;&#10;AI-generated content may be incorrect.">
            <a:extLst>
              <a:ext uri="{FF2B5EF4-FFF2-40B4-BE49-F238E27FC236}">
                <a16:creationId xmlns:a16="http://schemas.microsoft.com/office/drawing/2014/main" id="{6FD333A7-FB33-5492-3E12-D989D579C5AF}"/>
              </a:ext>
            </a:extLst>
          </p:cNvPr>
          <p:cNvPicPr>
            <a:picLocks noChangeAspect="1"/>
          </p:cNvPicPr>
          <p:nvPr/>
        </p:nvPicPr>
        <p:blipFill>
          <a:blip r:embed="rId3"/>
          <a:stretch>
            <a:fillRect/>
          </a:stretch>
        </p:blipFill>
        <p:spPr>
          <a:xfrm>
            <a:off x="7505700" y="1333500"/>
            <a:ext cx="3333750" cy="1371600"/>
          </a:xfrm>
          <a:prstGeom prst="rect">
            <a:avLst/>
          </a:prstGeom>
        </p:spPr>
      </p:pic>
      <p:pic>
        <p:nvPicPr>
          <p:cNvPr id="2050" name="Picture 2" descr="Unlock Zero Trust with 5 Essential NIST ...">
            <a:extLst>
              <a:ext uri="{FF2B5EF4-FFF2-40B4-BE49-F238E27FC236}">
                <a16:creationId xmlns:a16="http://schemas.microsoft.com/office/drawing/2014/main" id="{E00E9A4A-01CC-3DF4-EBED-903E93BEBA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05700" y="3210937"/>
            <a:ext cx="333375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0582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Content Placeholder 22">
            <a:extLst>
              <a:ext uri="{FF2B5EF4-FFF2-40B4-BE49-F238E27FC236}">
                <a16:creationId xmlns:a16="http://schemas.microsoft.com/office/drawing/2014/main" id="{E16BFA7C-979F-1D5E-79D4-DEEC56EBE216}"/>
              </a:ext>
            </a:extLst>
          </p:cNvPr>
          <p:cNvSpPr>
            <a:spLocks noGrp="1"/>
          </p:cNvSpPr>
          <p:nvPr>
            <p:ph sz="half" idx="2"/>
          </p:nvPr>
        </p:nvSpPr>
        <p:spPr>
          <a:xfrm>
            <a:off x="1280160" y="685800"/>
            <a:ext cx="4937760" cy="4023360"/>
          </a:xfrm>
        </p:spPr>
        <p:txBody>
          <a:bodyPr/>
          <a:lstStyle/>
          <a:p>
            <a:r>
              <a:rPr lang="en-US" sz="2000" b="1" dirty="0"/>
              <a:t>Benefits of Zero Trust</a:t>
            </a:r>
          </a:p>
          <a:p>
            <a:r>
              <a:rPr lang="en-US" dirty="0"/>
              <a:t>Reduces the risk of </a:t>
            </a:r>
            <a:r>
              <a:rPr lang="en-US" b="1" dirty="0"/>
              <a:t>insider threats</a:t>
            </a:r>
            <a:r>
              <a:rPr lang="en-US" dirty="0"/>
              <a:t> and external attacks.</a:t>
            </a:r>
          </a:p>
          <a:p>
            <a:r>
              <a:rPr lang="en-US" dirty="0"/>
              <a:t>Limits </a:t>
            </a:r>
            <a:r>
              <a:rPr lang="en-US" b="1" dirty="0"/>
              <a:t>data breaches</a:t>
            </a:r>
            <a:r>
              <a:rPr lang="en-US" dirty="0"/>
              <a:t> and lateral movement of malware.</a:t>
            </a:r>
          </a:p>
          <a:p>
            <a:r>
              <a:rPr lang="en-US" dirty="0"/>
              <a:t>Provides </a:t>
            </a:r>
            <a:r>
              <a:rPr lang="en-US" b="1" dirty="0"/>
              <a:t>better visibility</a:t>
            </a:r>
            <a:r>
              <a:rPr lang="en-US" dirty="0"/>
              <a:t> into user activity and network traffic.</a:t>
            </a:r>
          </a:p>
          <a:p>
            <a:r>
              <a:rPr lang="en-US" dirty="0"/>
              <a:t>Supports </a:t>
            </a:r>
            <a:r>
              <a:rPr lang="en-US" b="1" dirty="0"/>
              <a:t>remote work and cloud adoption</a:t>
            </a:r>
            <a:r>
              <a:rPr lang="en-US" dirty="0"/>
              <a:t> securely.</a:t>
            </a:r>
          </a:p>
        </p:txBody>
      </p:sp>
      <p:pic>
        <p:nvPicPr>
          <p:cNvPr id="3074" name="Picture 2" descr="What Is Zero Trust Architecture (ZTA ...">
            <a:extLst>
              <a:ext uri="{FF2B5EF4-FFF2-40B4-BE49-F238E27FC236}">
                <a16:creationId xmlns:a16="http://schemas.microsoft.com/office/drawing/2014/main" id="{1FAF98A3-9A13-2AC2-A169-71D1E41E96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4550" y="3429000"/>
            <a:ext cx="28575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Zero Trust for Mid-Sized Businesses">
            <a:extLst>
              <a:ext uri="{FF2B5EF4-FFF2-40B4-BE49-F238E27FC236}">
                <a16:creationId xmlns:a16="http://schemas.microsoft.com/office/drawing/2014/main" id="{A292B47B-0327-34D2-F1D7-E3F3BB12B025}"/>
              </a:ext>
            </a:extLst>
          </p:cNvPr>
          <p:cNvPicPr>
            <a:picLocks noGrp="1" noChangeAspect="1" noChangeArrowheads="1"/>
          </p:cNvPicPr>
          <p:nvPr>
            <p:ph sz="quarter" idx="4"/>
          </p:nvPr>
        </p:nvPicPr>
        <p:blipFill>
          <a:blip r:embed="rId4">
            <a:extLst>
              <a:ext uri="{28A0092B-C50C-407E-A947-70E740481C1C}">
                <a14:useLocalDpi xmlns:a14="http://schemas.microsoft.com/office/drawing/2010/main" val="0"/>
              </a:ext>
            </a:extLst>
          </a:blip>
          <a:srcRect/>
          <a:stretch>
            <a:fillRect/>
          </a:stretch>
        </p:blipFill>
        <p:spPr bwMode="auto">
          <a:xfrm>
            <a:off x="7190410" y="685800"/>
            <a:ext cx="3005150" cy="176784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5" name="Picture 4" descr="A diagram of a computer network&#10;&#10;AI-generated content may be incorrect.">
            <a:extLst>
              <a:ext uri="{FF2B5EF4-FFF2-40B4-BE49-F238E27FC236}">
                <a16:creationId xmlns:a16="http://schemas.microsoft.com/office/drawing/2014/main" id="{9FC892AC-C659-AD49-2B6A-E97A4B7B04BB}"/>
              </a:ext>
            </a:extLst>
          </p:cNvPr>
          <p:cNvPicPr>
            <a:picLocks noChangeAspect="1"/>
          </p:cNvPicPr>
          <p:nvPr/>
        </p:nvPicPr>
        <p:blipFill>
          <a:blip r:embed="rId5"/>
          <a:stretch>
            <a:fillRect/>
          </a:stretch>
        </p:blipFill>
        <p:spPr>
          <a:xfrm>
            <a:off x="7193280" y="2865120"/>
            <a:ext cx="3002280" cy="200152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811950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FE1DE992-1BD1-BC28-D867-33DF77082D33}"/>
              </a:ext>
            </a:extLst>
          </p:cNvPr>
          <p:cNvSpPr>
            <a:spLocks noGrp="1"/>
          </p:cNvSpPr>
          <p:nvPr>
            <p:ph idx="1"/>
          </p:nvPr>
        </p:nvSpPr>
        <p:spPr>
          <a:xfrm>
            <a:off x="884511" y="320039"/>
            <a:ext cx="5821090" cy="335281"/>
          </a:xfrm>
        </p:spPr>
        <p:txBody>
          <a:bodyPr/>
          <a:lstStyle/>
          <a:p>
            <a:pPr marL="0" indent="0">
              <a:buNone/>
            </a:pPr>
            <a:r>
              <a:rPr lang="en-IN" sz="2400" b="1" dirty="0"/>
              <a:t>Q&amp;A Session </a:t>
            </a:r>
          </a:p>
          <a:p>
            <a:pPr marL="0" indent="0">
              <a:buNone/>
            </a:pPr>
            <a:endParaRPr lang="en-IN" b="1" dirty="0"/>
          </a:p>
        </p:txBody>
      </p:sp>
      <p:pic>
        <p:nvPicPr>
          <p:cNvPr id="4098" name="Picture 2" descr="Thousand Icon Q&amp;a Royalty-Free Images ...">
            <a:extLst>
              <a:ext uri="{FF2B5EF4-FFF2-40B4-BE49-F238E27FC236}">
                <a16:creationId xmlns:a16="http://schemas.microsoft.com/office/drawing/2014/main" id="{1278EE81-C03A-DEB0-B266-919EA31D07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69555" y="861060"/>
            <a:ext cx="2609850" cy="204978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6">
            <a:extLst>
              <a:ext uri="{FF2B5EF4-FFF2-40B4-BE49-F238E27FC236}">
                <a16:creationId xmlns:a16="http://schemas.microsoft.com/office/drawing/2014/main" id="{B0B83CAB-C3F0-38CE-8E92-EF034B20AAF6}"/>
              </a:ext>
            </a:extLst>
          </p:cNvPr>
          <p:cNvSpPr>
            <a:spLocks noChangeArrowheads="1"/>
          </p:cNvSpPr>
          <p:nvPr/>
        </p:nvSpPr>
        <p:spPr bwMode="auto">
          <a:xfrm>
            <a:off x="884511" y="876777"/>
            <a:ext cx="522771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What is an Incident Management System (IMS)?</a:t>
            </a: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How does a computer network work?</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lvl="0" eaLnBrk="0" fontAlgn="base" hangingPunct="0">
              <a:spcBef>
                <a:spcPct val="0"/>
              </a:spcBef>
              <a:spcAft>
                <a:spcPct val="0"/>
              </a:spcAft>
              <a:buFontTx/>
              <a:buChar char="•"/>
            </a:pPr>
            <a:r>
              <a:rPr lang="en-US" dirty="0"/>
              <a:t>What is Zero Trust Architecture?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893515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5D893-E98A-260A-9EC4-B9365E533FD5}"/>
              </a:ext>
            </a:extLst>
          </p:cNvPr>
          <p:cNvSpPr>
            <a:spLocks noGrp="1"/>
          </p:cNvSpPr>
          <p:nvPr>
            <p:ph type="title"/>
          </p:nvPr>
        </p:nvSpPr>
        <p:spPr>
          <a:xfrm>
            <a:off x="2792897" y="265176"/>
            <a:ext cx="8965094" cy="2276856"/>
          </a:xfrm>
        </p:spPr>
        <p:txBody>
          <a:bodyPr/>
          <a:lstStyle/>
          <a:p>
            <a:r>
              <a:rPr lang="en-US" dirty="0"/>
              <a:t>Thank you</a:t>
            </a:r>
          </a:p>
        </p:txBody>
      </p:sp>
      <p:pic>
        <p:nvPicPr>
          <p:cNvPr id="5" name="Picture Placeholder 14" descr="Mountains under near dusk sky">
            <a:extLst>
              <a:ext uri="{FF2B5EF4-FFF2-40B4-BE49-F238E27FC236}">
                <a16:creationId xmlns:a16="http://schemas.microsoft.com/office/drawing/2014/main" id="{DE72DC91-8DC9-B68C-C1D3-8F5273481A74}"/>
              </a:ext>
            </a:extLst>
          </p:cNvPr>
          <p:cNvPicPr>
            <a:picLocks noGrp="1" noChangeAspect="1"/>
          </p:cNvPicPr>
          <p:nvPr>
            <p:ph type="pic" sz="quarter" idx="14"/>
          </p:nvPr>
        </p:nvPicPr>
        <p:blipFill rotWithShape="1">
          <a:blip r:embed="rId3"/>
          <a:srcRect l="13191" r="13191"/>
          <a:stretch/>
        </p:blipFill>
        <p:spPr>
          <a:xfrm>
            <a:off x="1271358" y="2306153"/>
            <a:ext cx="3043077" cy="3043083"/>
          </a:xfrm>
        </p:spPr>
      </p:pic>
      <p:sp>
        <p:nvSpPr>
          <p:cNvPr id="3" name="Text Placeholder 2">
            <a:extLst>
              <a:ext uri="{FF2B5EF4-FFF2-40B4-BE49-F238E27FC236}">
                <a16:creationId xmlns:a16="http://schemas.microsoft.com/office/drawing/2014/main" id="{FD70D88C-5989-4007-4953-F54A4A34B778}"/>
              </a:ext>
            </a:extLst>
          </p:cNvPr>
          <p:cNvSpPr>
            <a:spLocks noGrp="1"/>
          </p:cNvSpPr>
          <p:nvPr>
            <p:ph type="body" sz="quarter" idx="13"/>
          </p:nvPr>
        </p:nvSpPr>
        <p:spPr>
          <a:xfrm>
            <a:off x="5640610" y="2862072"/>
            <a:ext cx="6117381" cy="3017520"/>
          </a:xfrm>
        </p:spPr>
        <p:txBody>
          <a:bodyPr/>
          <a:lstStyle/>
          <a:p>
            <a:r>
              <a:rPr lang="en-US" dirty="0"/>
              <a:t>Khan Kaif</a:t>
            </a:r>
          </a:p>
          <a:p>
            <a:r>
              <a:rPr lang="en-US" dirty="0"/>
              <a:t>9326865523</a:t>
            </a:r>
          </a:p>
          <a:p>
            <a:endParaRPr lang="en-US" dirty="0"/>
          </a:p>
          <a:p>
            <a:endParaRPr lang="en-US" dirty="0"/>
          </a:p>
        </p:txBody>
      </p:sp>
    </p:spTree>
    <p:extLst>
      <p:ext uri="{BB962C8B-B14F-4D97-AF65-F5344CB8AC3E}">
        <p14:creationId xmlns:p14="http://schemas.microsoft.com/office/powerpoint/2010/main" val="4273949180"/>
      </p:ext>
    </p:extLst>
  </p:cSld>
  <p:clrMapOvr>
    <a:masterClrMapping/>
  </p:clrMapOvr>
</p:sld>
</file>

<file path=ppt/theme/theme1.xml><?xml version="1.0" encoding="utf-8"?>
<a:theme xmlns:a="http://schemas.openxmlformats.org/drawingml/2006/main" name="GradientVTI">
  <a:themeElements>
    <a:clrScheme name="Gradient">
      <a:dk1>
        <a:sysClr val="windowText" lastClr="000000"/>
      </a:dk1>
      <a:lt1>
        <a:sysClr val="window" lastClr="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Univers">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laxy presentation_Win32_SL_V16" id="{36B34AD0-AFC2-468E-8620-6CFD159B149F}" vid="{ACCF8893-1A0E-437D-A612-1659D305EA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0E87F72-70BF-43BC-A0D4-53665DC1267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FABD9919-8F5A-4B99-83E1-E90FE1DCF2E1}">
  <ds:schemaRefs>
    <ds:schemaRef ds:uri="http://schemas.microsoft.com/sharepoint/v3/contenttype/forms"/>
  </ds:schemaRefs>
</ds:datastoreItem>
</file>

<file path=customXml/itemProps3.xml><?xml version="1.0" encoding="utf-8"?>
<ds:datastoreItem xmlns:ds="http://schemas.openxmlformats.org/officeDocument/2006/customXml" ds:itemID="{52D646E0-DCC8-4209-B539-AA58186B68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Galaxy presentation</Template>
  <TotalTime>1450</TotalTime>
  <Words>1360</Words>
  <Application>Microsoft Office PowerPoint</Application>
  <PresentationFormat>Widescreen</PresentationFormat>
  <Paragraphs>174</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Univers</vt:lpstr>
      <vt:lpstr>GradientVTI</vt:lpstr>
      <vt:lpstr>Incident Management System (IMS)</vt:lpstr>
      <vt:lpstr>Contents Include:</vt:lpstr>
      <vt:lpstr>Overview of Incident Management System (IMS)  </vt:lpstr>
      <vt:lpstr>Existing System</vt:lpstr>
      <vt:lpstr>Proposed System</vt:lpstr>
      <vt:lpstr>PowerPoint Presentation</vt:lpstr>
      <vt:lpstr>Objective and Scope </vt:lpstr>
      <vt:lpstr>PowerPoint Presentation</vt:lpstr>
      <vt:lpstr>Seminar Topics</vt:lpstr>
      <vt:lpstr>Seminar Topic Explanation </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Kaif Khan</dc:creator>
  <cp:lastModifiedBy>Kaif Khan</cp:lastModifiedBy>
  <cp:revision>2</cp:revision>
  <dcterms:created xsi:type="dcterms:W3CDTF">2025-10-19T15:21:13Z</dcterms:created>
  <dcterms:modified xsi:type="dcterms:W3CDTF">2025-10-20T15:32:01Z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